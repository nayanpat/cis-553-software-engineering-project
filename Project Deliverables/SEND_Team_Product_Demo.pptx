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Constanti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7" roundtripDataSignature="AMtx7mhUSxTHCsxu1rUOoQrNPJ/31jzh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D1396C-07A3-4BDD-8BB9-2D24C406FBA5}">
  <a:tblStyle styleId="{D7D1396C-07A3-4BDD-8BB9-2D24C406FBA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F1F2"/>
          </a:solidFill>
        </a:fill>
      </a:tcStyle>
    </a:wholeTbl>
    <a:band1H>
      <a:tcTxStyle/>
      <a:tcStyle>
        <a:fill>
          <a:solidFill>
            <a:srgbClr val="D1E2E3"/>
          </a:solidFill>
        </a:fill>
      </a:tcStyle>
    </a:band1H>
    <a:band2H>
      <a:tcTxStyle/>
    </a:band2H>
    <a:band1V>
      <a:tcTxStyle/>
      <a:tcStyle>
        <a:fill>
          <a:solidFill>
            <a:srgbClr val="D1E2E3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Constantia-bold.fntdata"/><Relationship Id="rId23" Type="http://schemas.openxmlformats.org/officeDocument/2006/relationships/font" Target="fonts/Constantia-regular.fntdata"/><Relationship Id="rId26" Type="http://schemas.openxmlformats.org/officeDocument/2006/relationships/font" Target="fonts/Constantia-boldItalic.fntdata"/><Relationship Id="rId25" Type="http://schemas.openxmlformats.org/officeDocument/2006/relationships/font" Target="fonts/Constantia-italic.fntdata"/><Relationship Id="rId27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b236b74128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1b236b74128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1b236b74128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b236b74128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1b236b74128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1b236b74128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b236b74128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1b236b74128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1b236b74128_1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b236b74128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1b236b74128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1b236b74128_1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">
  <p:cSld name="Title Slide with Imag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/>
          <p:nvPr/>
        </p:nvSpPr>
        <p:spPr>
          <a:xfrm>
            <a:off x="0" y="1539433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4"/>
          <p:cNvSpPr/>
          <p:nvPr>
            <p:ph idx="2" type="pic"/>
          </p:nvPr>
        </p:nvSpPr>
        <p:spPr>
          <a:xfrm>
            <a:off x="0" y="0"/>
            <a:ext cx="12191995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" name="Google Shape;16;p14"/>
          <p:cNvSpPr txBox="1"/>
          <p:nvPr>
            <p:ph type="title"/>
          </p:nvPr>
        </p:nvSpPr>
        <p:spPr>
          <a:xfrm>
            <a:off x="838199" y="2002421"/>
            <a:ext cx="7252505" cy="89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onstantia"/>
              <a:buNone/>
              <a:defRPr b="1" sz="5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body"/>
          </p:nvPr>
        </p:nvSpPr>
        <p:spPr>
          <a:xfrm>
            <a:off x="838200" y="3090444"/>
            <a:ext cx="7252504" cy="338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8" name="Google Shape;18;p14"/>
          <p:cNvCxnSpPr/>
          <p:nvPr/>
        </p:nvCxnSpPr>
        <p:spPr>
          <a:xfrm flipH="1" rot="5400000">
            <a:off x="1094402" y="1819845"/>
            <a:ext cx="1" cy="218880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2812643" y="1691472"/>
            <a:ext cx="438584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/>
          <p:nvPr>
            <p:ph idx="2" type="pic"/>
          </p:nvPr>
        </p:nvSpPr>
        <p:spPr>
          <a:xfrm>
            <a:off x="0" y="3500437"/>
            <a:ext cx="12192000" cy="3357563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7569843" y="1690688"/>
            <a:ext cx="415543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3" type="body"/>
          </p:nvPr>
        </p:nvSpPr>
        <p:spPr>
          <a:xfrm>
            <a:off x="7569843" y="1227698"/>
            <a:ext cx="4155432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/>
          <p:nvPr>
            <p:ph type="title"/>
          </p:nvPr>
        </p:nvSpPr>
        <p:spPr>
          <a:xfrm>
            <a:off x="841682" y="971950"/>
            <a:ext cx="3537030" cy="20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400"/>
              <a:buFont typeface="Constantia"/>
              <a:buNone/>
              <a:defRPr>
                <a:solidFill>
                  <a:srgbClr val="5DAAB0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/>
          <p:nvPr>
            <p:ph idx="2" type="pic"/>
          </p:nvPr>
        </p:nvSpPr>
        <p:spPr>
          <a:xfrm>
            <a:off x="6076930" y="729827"/>
            <a:ext cx="1643384" cy="1643384"/>
          </a:xfrm>
          <a:prstGeom prst="ellipse">
            <a:avLst/>
          </a:prstGeom>
          <a:noFill/>
          <a:ln>
            <a:noFill/>
          </a:ln>
        </p:spPr>
      </p:sp>
      <p:sp>
        <p:nvSpPr>
          <p:cNvPr id="27" name="Google Shape;27;p16"/>
          <p:cNvSpPr/>
          <p:nvPr>
            <p:ph idx="3" type="pic"/>
          </p:nvPr>
        </p:nvSpPr>
        <p:spPr>
          <a:xfrm>
            <a:off x="8970602" y="729827"/>
            <a:ext cx="1643384" cy="1643384"/>
          </a:xfrm>
          <a:prstGeom prst="ellipse">
            <a:avLst/>
          </a:prstGeom>
          <a:noFill/>
          <a:ln>
            <a:noFill/>
          </a:ln>
        </p:spPr>
      </p:sp>
      <p:sp>
        <p:nvSpPr>
          <p:cNvPr id="28" name="Google Shape;28;p16"/>
          <p:cNvSpPr/>
          <p:nvPr>
            <p:ph idx="4" type="pic"/>
          </p:nvPr>
        </p:nvSpPr>
        <p:spPr>
          <a:xfrm>
            <a:off x="6076930" y="3646649"/>
            <a:ext cx="1643384" cy="1643384"/>
          </a:xfrm>
          <a:prstGeom prst="ellipse">
            <a:avLst/>
          </a:prstGeom>
          <a:noFill/>
          <a:ln>
            <a:noFill/>
          </a:ln>
        </p:spPr>
      </p:sp>
      <p:sp>
        <p:nvSpPr>
          <p:cNvPr id="29" name="Google Shape;29;p16"/>
          <p:cNvSpPr/>
          <p:nvPr>
            <p:ph idx="5" type="pic"/>
          </p:nvPr>
        </p:nvSpPr>
        <p:spPr>
          <a:xfrm>
            <a:off x="8970602" y="3646649"/>
            <a:ext cx="1643384" cy="1643384"/>
          </a:xfrm>
          <a:prstGeom prst="ellipse">
            <a:avLst/>
          </a:prstGeom>
          <a:noFill/>
          <a:ln>
            <a:noFill/>
          </a:ln>
        </p:spPr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5642770" y="2823837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6" type="body"/>
          </p:nvPr>
        </p:nvSpPr>
        <p:spPr>
          <a:xfrm>
            <a:off x="5642770" y="2419511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7" type="body"/>
          </p:nvPr>
        </p:nvSpPr>
        <p:spPr>
          <a:xfrm>
            <a:off x="8544956" y="2823837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8" type="body"/>
          </p:nvPr>
        </p:nvSpPr>
        <p:spPr>
          <a:xfrm>
            <a:off x="8544956" y="2419511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9" type="body"/>
          </p:nvPr>
        </p:nvSpPr>
        <p:spPr>
          <a:xfrm>
            <a:off x="5642770" y="5740657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3" type="body"/>
          </p:nvPr>
        </p:nvSpPr>
        <p:spPr>
          <a:xfrm>
            <a:off x="5642770" y="5336331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4" type="body"/>
          </p:nvPr>
        </p:nvSpPr>
        <p:spPr>
          <a:xfrm>
            <a:off x="8544956" y="5740657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5" type="body"/>
          </p:nvPr>
        </p:nvSpPr>
        <p:spPr>
          <a:xfrm>
            <a:off x="8544956" y="5336331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8" name="Google Shape;38;p16"/>
          <p:cNvCxnSpPr/>
          <p:nvPr/>
        </p:nvCxnSpPr>
        <p:spPr>
          <a:xfrm>
            <a:off x="965155" y="-184909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-1" y="1539432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>
            <p:ph idx="2" type="pic"/>
          </p:nvPr>
        </p:nvSpPr>
        <p:spPr>
          <a:xfrm>
            <a:off x="0" y="0"/>
            <a:ext cx="12191995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838199" y="2002421"/>
            <a:ext cx="7252505" cy="89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onstantia"/>
              <a:buNone/>
              <a:defRPr b="1" sz="5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838200" y="3090444"/>
            <a:ext cx="7252504" cy="338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4" name="Google Shape;44;p17"/>
          <p:cNvCxnSpPr/>
          <p:nvPr/>
        </p:nvCxnSpPr>
        <p:spPr>
          <a:xfrm flipH="1" rot="5400000">
            <a:off x="1094402" y="1819845"/>
            <a:ext cx="1" cy="218880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 with Image">
  <p:cSld name="2_Title Slide with Image">
    <p:bg>
      <p:bgPr>
        <a:solidFill>
          <a:schemeClr val="accen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/>
          <p:nvPr/>
        </p:nvSpPr>
        <p:spPr>
          <a:xfrm>
            <a:off x="0" y="1539433"/>
            <a:ext cx="8866207" cy="531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8"/>
          <p:cNvSpPr/>
          <p:nvPr>
            <p:ph idx="2" type="pic"/>
          </p:nvPr>
        </p:nvSpPr>
        <p:spPr>
          <a:xfrm>
            <a:off x="0" y="0"/>
            <a:ext cx="12191995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" name="Google Shape;48;p18"/>
          <p:cNvSpPr txBox="1"/>
          <p:nvPr>
            <p:ph type="title"/>
          </p:nvPr>
        </p:nvSpPr>
        <p:spPr>
          <a:xfrm>
            <a:off x="838199" y="2002421"/>
            <a:ext cx="7252505" cy="89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onstantia"/>
              <a:buNone/>
              <a:defRPr b="1" sz="5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" type="body"/>
          </p:nvPr>
        </p:nvSpPr>
        <p:spPr>
          <a:xfrm>
            <a:off x="838200" y="3090444"/>
            <a:ext cx="7252504" cy="338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0" name="Google Shape;50;p18"/>
          <p:cNvCxnSpPr/>
          <p:nvPr/>
        </p:nvCxnSpPr>
        <p:spPr>
          <a:xfrm flipH="1" rot="5400000">
            <a:off x="1094402" y="1819845"/>
            <a:ext cx="1" cy="218880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with Image">
  <p:cSld name="1_Title Slide with Image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838199" y="578736"/>
            <a:ext cx="7252505" cy="89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onstantia"/>
              <a:buNone/>
              <a:defRPr b="1" sz="5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" type="body"/>
          </p:nvPr>
        </p:nvSpPr>
        <p:spPr>
          <a:xfrm>
            <a:off x="838200" y="1666759"/>
            <a:ext cx="7252504" cy="338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4" name="Google Shape;54;p19"/>
          <p:cNvCxnSpPr/>
          <p:nvPr/>
        </p:nvCxnSpPr>
        <p:spPr>
          <a:xfrm flipH="1" rot="5400000">
            <a:off x="1094402" y="396160"/>
            <a:ext cx="1" cy="218880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55" name="Google Shape;55;p19"/>
          <p:cNvSpPr/>
          <p:nvPr>
            <p:ph idx="2" type="pic"/>
          </p:nvPr>
        </p:nvSpPr>
        <p:spPr>
          <a:xfrm>
            <a:off x="8866207" y="0"/>
            <a:ext cx="332579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with Image">
  <p:cSld name="Slide Divider with Image">
    <p:bg>
      <p:bgPr>
        <a:solidFill>
          <a:schemeClr val="accen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838199" y="2708475"/>
            <a:ext cx="7252505" cy="89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onstantia"/>
              <a:buNone/>
              <a:defRPr b="1" sz="5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838200" y="3796498"/>
            <a:ext cx="7252504" cy="338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9" name="Google Shape;59;p20"/>
          <p:cNvCxnSpPr/>
          <p:nvPr/>
        </p:nvCxnSpPr>
        <p:spPr>
          <a:xfrm flipH="1" rot="5400000">
            <a:off x="1094402" y="2525899"/>
            <a:ext cx="1" cy="218880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60" name="Google Shape;60;p20"/>
          <p:cNvSpPr/>
          <p:nvPr>
            <p:ph idx="2" type="pic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Divider with Image">
  <p:cSld name="1_Slide Divider with Image">
    <p:bg>
      <p:bgPr>
        <a:solidFill>
          <a:schemeClr val="accen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/>
          <p:nvPr>
            <p:ph idx="2" type="pic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3" name="Google Shape;63;p21"/>
          <p:cNvSpPr txBox="1"/>
          <p:nvPr>
            <p:ph type="title"/>
          </p:nvPr>
        </p:nvSpPr>
        <p:spPr>
          <a:xfrm>
            <a:off x="4403208" y="2870519"/>
            <a:ext cx="7252505" cy="89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onstantia"/>
              <a:buNone/>
              <a:defRPr b="1" sz="5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4403209" y="3958542"/>
            <a:ext cx="7252504" cy="338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5" name="Google Shape;65;p21"/>
          <p:cNvCxnSpPr/>
          <p:nvPr/>
        </p:nvCxnSpPr>
        <p:spPr>
          <a:xfrm>
            <a:off x="4788658" y="2817190"/>
            <a:ext cx="0" cy="193031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2">
  <p:cSld name="Slide Divider 2">
    <p:bg>
      <p:bgPr>
        <a:solidFill>
          <a:schemeClr val="accen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/>
          <p:nvPr>
            <p:ph idx="2" type="pic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22"/>
          <p:cNvSpPr txBox="1"/>
          <p:nvPr>
            <p:ph type="title"/>
          </p:nvPr>
        </p:nvSpPr>
        <p:spPr>
          <a:xfrm>
            <a:off x="1220164" y="3379810"/>
            <a:ext cx="7252505" cy="89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onstantia"/>
              <a:buNone/>
              <a:defRPr b="1" sz="5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" type="body"/>
          </p:nvPr>
        </p:nvSpPr>
        <p:spPr>
          <a:xfrm>
            <a:off x="1220165" y="4467833"/>
            <a:ext cx="7252504" cy="338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0" name="Google Shape;70;p22"/>
          <p:cNvCxnSpPr/>
          <p:nvPr/>
        </p:nvCxnSpPr>
        <p:spPr>
          <a:xfrm>
            <a:off x="1285385" y="3006251"/>
            <a:ext cx="0" cy="257077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/>
          <p:nvPr>
            <p:ph type="title"/>
          </p:nvPr>
        </p:nvSpPr>
        <p:spPr>
          <a:xfrm>
            <a:off x="826626" y="4867539"/>
            <a:ext cx="2275389" cy="1025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onstantia"/>
              <a:buNone/>
              <a:defRPr b="1" sz="5000">
                <a:solidFill>
                  <a:schemeClr val="dk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/>
          <p:nvPr>
            <p:ph idx="2" type="pic"/>
          </p:nvPr>
        </p:nvSpPr>
        <p:spPr>
          <a:xfrm>
            <a:off x="8634413" y="812800"/>
            <a:ext cx="3557587" cy="52324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3"/>
          <p:cNvSpPr txBox="1"/>
          <p:nvPr>
            <p:ph idx="1" type="body"/>
          </p:nvPr>
        </p:nvSpPr>
        <p:spPr>
          <a:xfrm>
            <a:off x="4155313" y="879710"/>
            <a:ext cx="4294206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3" type="body"/>
          </p:nvPr>
        </p:nvSpPr>
        <p:spPr>
          <a:xfrm>
            <a:off x="4155313" y="1956155"/>
            <a:ext cx="4294206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4" type="body"/>
          </p:nvPr>
        </p:nvSpPr>
        <p:spPr>
          <a:xfrm>
            <a:off x="4155313" y="3032600"/>
            <a:ext cx="4294206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5" type="body"/>
          </p:nvPr>
        </p:nvSpPr>
        <p:spPr>
          <a:xfrm>
            <a:off x="4155313" y="4109045"/>
            <a:ext cx="4294206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6" type="body"/>
          </p:nvPr>
        </p:nvSpPr>
        <p:spPr>
          <a:xfrm>
            <a:off x="4155313" y="5185490"/>
            <a:ext cx="4294206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9" name="Google Shape;79;p23"/>
          <p:cNvCxnSpPr/>
          <p:nvPr/>
        </p:nvCxnSpPr>
        <p:spPr>
          <a:xfrm>
            <a:off x="965155" y="3899540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4"/>
          <p:cNvSpPr txBox="1"/>
          <p:nvPr>
            <p:ph type="title"/>
          </p:nvPr>
        </p:nvSpPr>
        <p:spPr>
          <a:xfrm>
            <a:off x="826626" y="4867539"/>
            <a:ext cx="2356412" cy="1025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onstantia"/>
              <a:buNone/>
              <a:defRPr b="1" sz="5000">
                <a:solidFill>
                  <a:schemeClr val="dk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/>
          <p:nvPr>
            <p:ph idx="2" type="pic"/>
          </p:nvPr>
        </p:nvSpPr>
        <p:spPr>
          <a:xfrm>
            <a:off x="3778137" y="2225040"/>
            <a:ext cx="3557587" cy="36680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7559432" y="2055335"/>
            <a:ext cx="4294206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3" type="body"/>
          </p:nvPr>
        </p:nvSpPr>
        <p:spPr>
          <a:xfrm>
            <a:off x="7559432" y="2782449"/>
            <a:ext cx="4294206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4" type="body"/>
          </p:nvPr>
        </p:nvSpPr>
        <p:spPr>
          <a:xfrm>
            <a:off x="7559432" y="4352427"/>
            <a:ext cx="4294206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5" type="body"/>
          </p:nvPr>
        </p:nvSpPr>
        <p:spPr>
          <a:xfrm>
            <a:off x="7559432" y="3567438"/>
            <a:ext cx="4294206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6" type="body"/>
          </p:nvPr>
        </p:nvSpPr>
        <p:spPr>
          <a:xfrm>
            <a:off x="7559432" y="5137415"/>
            <a:ext cx="4294206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8" name="Google Shape;88;p24"/>
          <p:cNvCxnSpPr/>
          <p:nvPr/>
        </p:nvCxnSpPr>
        <p:spPr>
          <a:xfrm>
            <a:off x="965155" y="3899540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89" name="Google Shape;89;p24"/>
          <p:cNvSpPr/>
          <p:nvPr/>
        </p:nvSpPr>
        <p:spPr>
          <a:xfrm>
            <a:off x="3778137" y="0"/>
            <a:ext cx="3586162" cy="2059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826626" y="4867539"/>
            <a:ext cx="2239803" cy="1025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onstantia"/>
              <a:buNone/>
              <a:defRPr b="1" sz="5000">
                <a:solidFill>
                  <a:schemeClr val="dk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/>
          <p:nvPr>
            <p:ph idx="2" type="pic"/>
          </p:nvPr>
        </p:nvSpPr>
        <p:spPr>
          <a:xfrm>
            <a:off x="8634413" y="812800"/>
            <a:ext cx="3557587" cy="52324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4476854" y="879710"/>
            <a:ext cx="3983858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3" type="body"/>
          </p:nvPr>
        </p:nvSpPr>
        <p:spPr>
          <a:xfrm>
            <a:off x="4476854" y="1956155"/>
            <a:ext cx="3983858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4" type="body"/>
          </p:nvPr>
        </p:nvSpPr>
        <p:spPr>
          <a:xfrm>
            <a:off x="4476854" y="3032600"/>
            <a:ext cx="3983858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5" type="body"/>
          </p:nvPr>
        </p:nvSpPr>
        <p:spPr>
          <a:xfrm>
            <a:off x="4476854" y="4109045"/>
            <a:ext cx="3983858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6" type="body"/>
          </p:nvPr>
        </p:nvSpPr>
        <p:spPr>
          <a:xfrm>
            <a:off x="4476854" y="5185490"/>
            <a:ext cx="3983858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7" type="body"/>
          </p:nvPr>
        </p:nvSpPr>
        <p:spPr>
          <a:xfrm>
            <a:off x="3527730" y="879710"/>
            <a:ext cx="741082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8" type="body"/>
          </p:nvPr>
        </p:nvSpPr>
        <p:spPr>
          <a:xfrm>
            <a:off x="3527730" y="1956155"/>
            <a:ext cx="741082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9" type="body"/>
          </p:nvPr>
        </p:nvSpPr>
        <p:spPr>
          <a:xfrm>
            <a:off x="3527730" y="3032600"/>
            <a:ext cx="741082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3" type="body"/>
          </p:nvPr>
        </p:nvSpPr>
        <p:spPr>
          <a:xfrm>
            <a:off x="3527730" y="4109045"/>
            <a:ext cx="741082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4" type="body"/>
          </p:nvPr>
        </p:nvSpPr>
        <p:spPr>
          <a:xfrm>
            <a:off x="3527730" y="5185490"/>
            <a:ext cx="741082" cy="755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3" name="Google Shape;103;p25"/>
          <p:cNvCxnSpPr/>
          <p:nvPr/>
        </p:nvCxnSpPr>
        <p:spPr>
          <a:xfrm>
            <a:off x="965155" y="3899540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844948" y="1193765"/>
            <a:ext cx="438584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/>
          <p:nvPr>
            <p:ph idx="2" type="pic"/>
          </p:nvPr>
        </p:nvSpPr>
        <p:spPr>
          <a:xfrm>
            <a:off x="844947" y="2632337"/>
            <a:ext cx="4385841" cy="3357563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5470816" y="2540529"/>
            <a:ext cx="3046302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3" type="body"/>
          </p:nvPr>
        </p:nvSpPr>
        <p:spPr>
          <a:xfrm>
            <a:off x="8769606" y="2540529"/>
            <a:ext cx="3023149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4" type="body"/>
          </p:nvPr>
        </p:nvSpPr>
        <p:spPr>
          <a:xfrm>
            <a:off x="5470525" y="2944813"/>
            <a:ext cx="3046413" cy="30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720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5" type="body"/>
          </p:nvPr>
        </p:nvSpPr>
        <p:spPr>
          <a:xfrm>
            <a:off x="8769606" y="2944813"/>
            <a:ext cx="3023149" cy="30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720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5470525" y="1193765"/>
            <a:ext cx="632223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/>
          <p:nvPr>
            <p:ph idx="2" type="pic"/>
          </p:nvPr>
        </p:nvSpPr>
        <p:spPr>
          <a:xfrm>
            <a:off x="1" y="1193765"/>
            <a:ext cx="5230788" cy="4796135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5470816" y="2540529"/>
            <a:ext cx="3046302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3" type="body"/>
          </p:nvPr>
        </p:nvSpPr>
        <p:spPr>
          <a:xfrm>
            <a:off x="8769606" y="2540529"/>
            <a:ext cx="3023149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4" type="body"/>
          </p:nvPr>
        </p:nvSpPr>
        <p:spPr>
          <a:xfrm>
            <a:off x="5470525" y="2944813"/>
            <a:ext cx="3046413" cy="30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720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5" type="body"/>
          </p:nvPr>
        </p:nvSpPr>
        <p:spPr>
          <a:xfrm>
            <a:off x="8769606" y="2944813"/>
            <a:ext cx="3023149" cy="30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720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>
            <p:ph type="title"/>
          </p:nvPr>
        </p:nvSpPr>
        <p:spPr>
          <a:xfrm>
            <a:off x="838200" y="1809009"/>
            <a:ext cx="3416928" cy="2884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nstantia"/>
              <a:buNone/>
              <a:defRPr sz="4000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4510875" y="1809009"/>
            <a:ext cx="368602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2" type="body"/>
          </p:nvPr>
        </p:nvSpPr>
        <p:spPr>
          <a:xfrm>
            <a:off x="8452175" y="1809009"/>
            <a:ext cx="3658010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3" type="body"/>
          </p:nvPr>
        </p:nvSpPr>
        <p:spPr>
          <a:xfrm>
            <a:off x="4510572" y="2213293"/>
            <a:ext cx="3686159" cy="30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720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4" type="body"/>
          </p:nvPr>
        </p:nvSpPr>
        <p:spPr>
          <a:xfrm>
            <a:off x="8452175" y="2213293"/>
            <a:ext cx="3658010" cy="30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720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title"/>
          </p:nvPr>
        </p:nvSpPr>
        <p:spPr>
          <a:xfrm>
            <a:off x="0" y="1687089"/>
            <a:ext cx="4297212" cy="34491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3240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 txBox="1"/>
          <p:nvPr>
            <p:ph idx="1" type="body"/>
          </p:nvPr>
        </p:nvSpPr>
        <p:spPr>
          <a:xfrm>
            <a:off x="4568750" y="1687089"/>
            <a:ext cx="368602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2" type="body"/>
          </p:nvPr>
        </p:nvSpPr>
        <p:spPr>
          <a:xfrm>
            <a:off x="8452175" y="1687089"/>
            <a:ext cx="3658010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3" type="body"/>
          </p:nvPr>
        </p:nvSpPr>
        <p:spPr>
          <a:xfrm>
            <a:off x="4568447" y="2091373"/>
            <a:ext cx="3686159" cy="30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720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4" type="body"/>
          </p:nvPr>
        </p:nvSpPr>
        <p:spPr>
          <a:xfrm>
            <a:off x="8452175" y="2091373"/>
            <a:ext cx="3658010" cy="30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720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30" name="Google Shape;130;p29"/>
          <p:cNvCxnSpPr/>
          <p:nvPr/>
        </p:nvCxnSpPr>
        <p:spPr>
          <a:xfrm>
            <a:off x="3332057" y="1331831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31" name="Google Shape;131;p29"/>
          <p:cNvSpPr/>
          <p:nvPr/>
        </p:nvSpPr>
        <p:spPr>
          <a:xfrm>
            <a:off x="12087828" y="1675514"/>
            <a:ext cx="115747" cy="34491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type="title"/>
          </p:nvPr>
        </p:nvSpPr>
        <p:spPr>
          <a:xfrm>
            <a:off x="1" y="1687090"/>
            <a:ext cx="4568750" cy="1721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324000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0"/>
          <p:cNvSpPr txBox="1"/>
          <p:nvPr/>
        </p:nvSpPr>
        <p:spPr>
          <a:xfrm>
            <a:off x="-1" y="3408891"/>
            <a:ext cx="12203575" cy="34491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324000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</a:pPr>
            <a:r>
              <a:t/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4568750" y="3666354"/>
            <a:ext cx="3448800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2" type="body"/>
          </p:nvPr>
        </p:nvSpPr>
        <p:spPr>
          <a:xfrm>
            <a:off x="8254055" y="3666354"/>
            <a:ext cx="345026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idx="3" type="body"/>
          </p:nvPr>
        </p:nvSpPr>
        <p:spPr>
          <a:xfrm>
            <a:off x="4568447" y="4070639"/>
            <a:ext cx="3448800" cy="2253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720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4" type="body"/>
          </p:nvPr>
        </p:nvSpPr>
        <p:spPr>
          <a:xfrm>
            <a:off x="8254055" y="4070639"/>
            <a:ext cx="3450265" cy="2253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720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39" name="Google Shape;139;p30"/>
          <p:cNvCxnSpPr/>
          <p:nvPr/>
        </p:nvCxnSpPr>
        <p:spPr>
          <a:xfrm>
            <a:off x="3332057" y="729943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40" name="Google Shape;140;p30"/>
          <p:cNvSpPr/>
          <p:nvPr>
            <p:ph idx="5" type="pic"/>
          </p:nvPr>
        </p:nvSpPr>
        <p:spPr>
          <a:xfrm>
            <a:off x="2214412" y="3805254"/>
            <a:ext cx="1935925" cy="18547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/>
          <p:nvPr>
            <p:ph type="title"/>
          </p:nvPr>
        </p:nvSpPr>
        <p:spPr>
          <a:xfrm>
            <a:off x="844948" y="1193765"/>
            <a:ext cx="438584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/>
          <p:nvPr>
            <p:ph idx="2" type="pic"/>
          </p:nvPr>
        </p:nvSpPr>
        <p:spPr>
          <a:xfrm>
            <a:off x="844947" y="2632337"/>
            <a:ext cx="4385841" cy="3357563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1" type="body"/>
          </p:nvPr>
        </p:nvSpPr>
        <p:spPr>
          <a:xfrm>
            <a:off x="5470816" y="2944854"/>
            <a:ext cx="3046302" cy="3045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3" type="body"/>
          </p:nvPr>
        </p:nvSpPr>
        <p:spPr>
          <a:xfrm>
            <a:off x="5470816" y="2540529"/>
            <a:ext cx="3046302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4" type="body"/>
          </p:nvPr>
        </p:nvSpPr>
        <p:spPr>
          <a:xfrm>
            <a:off x="8769607" y="2944854"/>
            <a:ext cx="3046302" cy="3045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body"/>
          </p:nvPr>
        </p:nvSpPr>
        <p:spPr>
          <a:xfrm>
            <a:off x="8769606" y="2540529"/>
            <a:ext cx="3023149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/>
          <p:nvPr>
            <p:ph idx="2" type="pic"/>
          </p:nvPr>
        </p:nvSpPr>
        <p:spPr>
          <a:xfrm>
            <a:off x="7928658" y="836271"/>
            <a:ext cx="4263342" cy="5185458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657597" y="836271"/>
            <a:ext cx="4262400" cy="51854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252000" spcFirstLastPara="1" rIns="144000" wrap="square" tIns="144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type="title"/>
          </p:nvPr>
        </p:nvSpPr>
        <p:spPr>
          <a:xfrm>
            <a:off x="625033" y="1659770"/>
            <a:ext cx="255800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2" name="Google Shape;152;p32"/>
          <p:cNvCxnSpPr/>
          <p:nvPr/>
        </p:nvCxnSpPr>
        <p:spPr>
          <a:xfrm>
            <a:off x="965155" y="434980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idx="1" type="body"/>
          </p:nvPr>
        </p:nvSpPr>
        <p:spPr>
          <a:xfrm>
            <a:off x="0" y="3206186"/>
            <a:ext cx="12192000" cy="36518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5400000" spcFirstLastPara="1" rIns="1800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3"/>
          <p:cNvSpPr txBox="1"/>
          <p:nvPr>
            <p:ph type="title"/>
          </p:nvPr>
        </p:nvSpPr>
        <p:spPr>
          <a:xfrm>
            <a:off x="5278053" y="1775520"/>
            <a:ext cx="643552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3"/>
          <p:cNvSpPr/>
          <p:nvPr>
            <p:ph idx="2" type="pic"/>
          </p:nvPr>
        </p:nvSpPr>
        <p:spPr>
          <a:xfrm>
            <a:off x="971836" y="836271"/>
            <a:ext cx="3523423" cy="518545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idx="1" type="body"/>
          </p:nvPr>
        </p:nvSpPr>
        <p:spPr>
          <a:xfrm>
            <a:off x="5278052" y="3206186"/>
            <a:ext cx="6435525" cy="2815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00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type="title"/>
          </p:nvPr>
        </p:nvSpPr>
        <p:spPr>
          <a:xfrm>
            <a:off x="5278053" y="1775520"/>
            <a:ext cx="643552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4"/>
          <p:cNvSpPr/>
          <p:nvPr>
            <p:ph idx="2" type="pic"/>
          </p:nvPr>
        </p:nvSpPr>
        <p:spPr>
          <a:xfrm>
            <a:off x="838200" y="836271"/>
            <a:ext cx="3657059" cy="518545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5"/>
          <p:cNvSpPr/>
          <p:nvPr>
            <p:ph idx="2" type="pic"/>
          </p:nvPr>
        </p:nvSpPr>
        <p:spPr>
          <a:xfrm>
            <a:off x="4745620" y="3428990"/>
            <a:ext cx="7446380" cy="3429009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5"/>
          <p:cNvSpPr txBox="1"/>
          <p:nvPr>
            <p:ph type="title"/>
          </p:nvPr>
        </p:nvSpPr>
        <p:spPr>
          <a:xfrm>
            <a:off x="838200" y="1659770"/>
            <a:ext cx="308561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4" name="Google Shape;164;p35"/>
          <p:cNvCxnSpPr/>
          <p:nvPr/>
        </p:nvCxnSpPr>
        <p:spPr>
          <a:xfrm>
            <a:off x="965155" y="434980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65" name="Google Shape;165;p35"/>
          <p:cNvSpPr/>
          <p:nvPr/>
        </p:nvSpPr>
        <p:spPr>
          <a:xfrm>
            <a:off x="4745620" y="0"/>
            <a:ext cx="7446380" cy="3428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252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5359078" y="987207"/>
            <a:ext cx="2837822" cy="382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35"/>
          <p:cNvSpPr txBox="1"/>
          <p:nvPr>
            <p:ph idx="3" type="body"/>
          </p:nvPr>
        </p:nvSpPr>
        <p:spPr>
          <a:xfrm>
            <a:off x="8351371" y="987208"/>
            <a:ext cx="3501106" cy="1397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3pPr>
            <a:lvl4pPr indent="-29527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/>
            </a:lvl4pPr>
            <a:lvl5pPr indent="-29527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/>
          <p:nvPr>
            <p:ph idx="2" type="pic"/>
          </p:nvPr>
        </p:nvSpPr>
        <p:spPr>
          <a:xfrm>
            <a:off x="838200" y="0"/>
            <a:ext cx="11353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6"/>
          <p:cNvSpPr txBox="1"/>
          <p:nvPr>
            <p:ph type="title"/>
          </p:nvPr>
        </p:nvSpPr>
        <p:spPr>
          <a:xfrm>
            <a:off x="838200" y="4566452"/>
            <a:ext cx="5007015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21600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/>
          <p:nvPr>
            <p:ph idx="2" type="pic"/>
          </p:nvPr>
        </p:nvSpPr>
        <p:spPr>
          <a:xfrm>
            <a:off x="838200" y="0"/>
            <a:ext cx="11353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7"/>
          <p:cNvSpPr txBox="1"/>
          <p:nvPr>
            <p:ph idx="1" type="body"/>
          </p:nvPr>
        </p:nvSpPr>
        <p:spPr>
          <a:xfrm>
            <a:off x="0" y="-1478756"/>
            <a:ext cx="4572000" cy="1189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None/>
              <a:defRPr sz="2800">
                <a:solidFill>
                  <a:srgbClr val="D8D8D8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8"/>
          <p:cNvSpPr txBox="1"/>
          <p:nvPr>
            <p:ph type="title"/>
          </p:nvPr>
        </p:nvSpPr>
        <p:spPr>
          <a:xfrm>
            <a:off x="0" y="4705635"/>
            <a:ext cx="5845215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79200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Custom Layout">
  <p:cSld name="29_Custom Layou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0"/>
          <p:cNvSpPr/>
          <p:nvPr>
            <p:ph idx="2" type="pic"/>
          </p:nvPr>
        </p:nvSpPr>
        <p:spPr>
          <a:xfrm>
            <a:off x="0" y="0"/>
            <a:ext cx="12192000" cy="5497975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40"/>
          <p:cNvSpPr txBox="1"/>
          <p:nvPr>
            <p:ph type="title"/>
          </p:nvPr>
        </p:nvSpPr>
        <p:spPr>
          <a:xfrm>
            <a:off x="853440" y="5688402"/>
            <a:ext cx="8717280" cy="8230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Custom Layout">
  <p:cSld name="30_Custom Layou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/>
          <p:nvPr>
            <p:ph idx="2" type="pic"/>
          </p:nvPr>
        </p:nvSpPr>
        <p:spPr>
          <a:xfrm>
            <a:off x="0" y="0"/>
            <a:ext cx="12192000" cy="54979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/>
          <p:nvPr>
            <p:ph idx="2" type="pic"/>
          </p:nvPr>
        </p:nvSpPr>
        <p:spPr>
          <a:xfrm>
            <a:off x="838200" y="1"/>
            <a:ext cx="11353800" cy="554736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853440" y="5688402"/>
            <a:ext cx="8717280" cy="8230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Custom Layout">
  <p:cSld name="31_Custom Layou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"/>
          <p:cNvSpPr/>
          <p:nvPr>
            <p:ph idx="2" type="pic"/>
          </p:nvPr>
        </p:nvSpPr>
        <p:spPr>
          <a:xfrm>
            <a:off x="838200" y="853441"/>
            <a:ext cx="11353800" cy="515111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4"/>
          <p:cNvSpPr/>
          <p:nvPr>
            <p:ph idx="2" type="pic"/>
          </p:nvPr>
        </p:nvSpPr>
        <p:spPr>
          <a:xfrm>
            <a:off x="1314209" y="1203769"/>
            <a:ext cx="9563582" cy="506006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91" name="Google Shape;191;p44"/>
          <p:cNvSpPr txBox="1"/>
          <p:nvPr>
            <p:ph type="title"/>
          </p:nvPr>
        </p:nvSpPr>
        <p:spPr>
          <a:xfrm>
            <a:off x="1314208" y="339162"/>
            <a:ext cx="9563581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Custom Layout">
  <p:cSld name="32_Custom Layou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5"/>
          <p:cNvSpPr/>
          <p:nvPr>
            <p:ph idx="2" type="pic"/>
          </p:nvPr>
        </p:nvSpPr>
        <p:spPr>
          <a:xfrm>
            <a:off x="836030" y="747000"/>
            <a:ext cx="10519940" cy="5364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6"/>
          <p:cNvSpPr/>
          <p:nvPr/>
        </p:nvSpPr>
        <p:spPr>
          <a:xfrm>
            <a:off x="-16640" y="0"/>
            <a:ext cx="1137043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838200" y="365125"/>
            <a:ext cx="76342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nstantia"/>
              <a:buNone/>
              <a:defRPr b="1" sz="6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6"/>
          <p:cNvSpPr txBox="1"/>
          <p:nvPr>
            <p:ph idx="1" type="body"/>
          </p:nvPr>
        </p:nvSpPr>
        <p:spPr>
          <a:xfrm>
            <a:off x="8530361" y="4719574"/>
            <a:ext cx="24892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0"/>
              <a:buNone/>
              <a:defRPr sz="30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7"/>
          <p:cNvSpPr/>
          <p:nvPr/>
        </p:nvSpPr>
        <p:spPr>
          <a:xfrm>
            <a:off x="5831840" y="0"/>
            <a:ext cx="552195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7"/>
          <p:cNvSpPr txBox="1"/>
          <p:nvPr>
            <p:ph type="title"/>
          </p:nvPr>
        </p:nvSpPr>
        <p:spPr>
          <a:xfrm>
            <a:off x="838200" y="771525"/>
            <a:ext cx="4699000" cy="1694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Constantia"/>
              <a:buNone/>
              <a:defRPr b="1" sz="6600">
                <a:solidFill>
                  <a:schemeClr val="dk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7"/>
          <p:cNvSpPr txBox="1"/>
          <p:nvPr>
            <p:ph idx="1" type="body"/>
          </p:nvPr>
        </p:nvSpPr>
        <p:spPr>
          <a:xfrm>
            <a:off x="8530361" y="4554447"/>
            <a:ext cx="2489200" cy="3124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0"/>
              <a:buNone/>
              <a:defRPr sz="25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8"/>
          <p:cNvSpPr/>
          <p:nvPr/>
        </p:nvSpPr>
        <p:spPr>
          <a:xfrm>
            <a:off x="1" y="0"/>
            <a:ext cx="70561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8"/>
          <p:cNvSpPr txBox="1"/>
          <p:nvPr>
            <p:ph type="title"/>
          </p:nvPr>
        </p:nvSpPr>
        <p:spPr>
          <a:xfrm>
            <a:off x="838200" y="771525"/>
            <a:ext cx="5257800" cy="1694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nstantia"/>
              <a:buNone/>
              <a:defRPr b="1" sz="6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8"/>
          <p:cNvSpPr txBox="1"/>
          <p:nvPr>
            <p:ph idx="1" type="body"/>
          </p:nvPr>
        </p:nvSpPr>
        <p:spPr>
          <a:xfrm>
            <a:off x="9502636" y="4463007"/>
            <a:ext cx="2489200" cy="3124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5000"/>
              <a:buNone/>
              <a:defRPr sz="25000">
                <a:solidFill>
                  <a:srgbClr val="D8D8D8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9"/>
          <p:cNvSpPr txBox="1"/>
          <p:nvPr>
            <p:ph idx="1" type="body"/>
          </p:nvPr>
        </p:nvSpPr>
        <p:spPr>
          <a:xfrm>
            <a:off x="7335647" y="3145492"/>
            <a:ext cx="2489200" cy="3124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AAB0"/>
              </a:buClr>
              <a:buSzPts val="25000"/>
              <a:buNone/>
              <a:defRPr sz="25000">
                <a:solidFill>
                  <a:srgbClr val="5DAAB0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49"/>
          <p:cNvSpPr/>
          <p:nvPr/>
        </p:nvSpPr>
        <p:spPr>
          <a:xfrm>
            <a:off x="0" y="1394370"/>
            <a:ext cx="7056121" cy="40692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9"/>
          <p:cNvSpPr txBox="1"/>
          <p:nvPr>
            <p:ph type="title"/>
          </p:nvPr>
        </p:nvSpPr>
        <p:spPr>
          <a:xfrm>
            <a:off x="822960" y="1934210"/>
            <a:ext cx="5273040" cy="1694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nstantia"/>
              <a:buNone/>
              <a:defRPr b="1" sz="6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0"/>
          <p:cNvSpPr/>
          <p:nvPr/>
        </p:nvSpPr>
        <p:spPr>
          <a:xfrm>
            <a:off x="-16640" y="1"/>
            <a:ext cx="12208639" cy="490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0"/>
          <p:cNvSpPr txBox="1"/>
          <p:nvPr>
            <p:ph type="title"/>
          </p:nvPr>
        </p:nvSpPr>
        <p:spPr>
          <a:xfrm>
            <a:off x="822959" y="2691447"/>
            <a:ext cx="6272321" cy="1694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onstantia"/>
              <a:buNone/>
              <a:defRPr b="1" sz="66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50"/>
          <p:cNvSpPr txBox="1"/>
          <p:nvPr>
            <p:ph idx="1" type="body"/>
          </p:nvPr>
        </p:nvSpPr>
        <p:spPr>
          <a:xfrm>
            <a:off x="7591826" y="2613057"/>
            <a:ext cx="2489200" cy="3124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B7579"/>
              </a:buClr>
              <a:buSzPts val="25000"/>
              <a:buNone/>
              <a:defRPr sz="25000">
                <a:solidFill>
                  <a:srgbClr val="3B7579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mage and Content">
  <p:cSld name="3_Image and Conten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2"/>
          <p:cNvSpPr/>
          <p:nvPr/>
        </p:nvSpPr>
        <p:spPr>
          <a:xfrm>
            <a:off x="0" y="0"/>
            <a:ext cx="6057900" cy="6857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1296000" spcFirstLastPara="1" rIns="4320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2"/>
          <p:cNvSpPr txBox="1"/>
          <p:nvPr>
            <p:ph type="title"/>
          </p:nvPr>
        </p:nvSpPr>
        <p:spPr>
          <a:xfrm>
            <a:off x="841057" y="1100290"/>
            <a:ext cx="4008437" cy="1395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 b="1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52"/>
          <p:cNvSpPr txBox="1"/>
          <p:nvPr>
            <p:ph idx="1" type="body"/>
          </p:nvPr>
        </p:nvSpPr>
        <p:spPr>
          <a:xfrm>
            <a:off x="841058" y="2561159"/>
            <a:ext cx="4008437" cy="602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solidFill>
                  <a:schemeClr val="dk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19" name="Google Shape;219;p52"/>
          <p:cNvCxnSpPr/>
          <p:nvPr/>
        </p:nvCxnSpPr>
        <p:spPr>
          <a:xfrm>
            <a:off x="965155" y="18291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220" name="Google Shape;220;p52"/>
          <p:cNvSpPr txBox="1"/>
          <p:nvPr>
            <p:ph idx="2" type="body"/>
          </p:nvPr>
        </p:nvSpPr>
        <p:spPr>
          <a:xfrm>
            <a:off x="7718323" y="1074809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52"/>
          <p:cNvSpPr txBox="1"/>
          <p:nvPr>
            <p:ph idx="3" type="body"/>
          </p:nvPr>
        </p:nvSpPr>
        <p:spPr>
          <a:xfrm>
            <a:off x="7718323" y="2365537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52"/>
          <p:cNvSpPr txBox="1"/>
          <p:nvPr>
            <p:ph idx="4" type="body"/>
          </p:nvPr>
        </p:nvSpPr>
        <p:spPr>
          <a:xfrm>
            <a:off x="7718323" y="3656265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52"/>
          <p:cNvSpPr txBox="1"/>
          <p:nvPr>
            <p:ph idx="5" type="body"/>
          </p:nvPr>
        </p:nvSpPr>
        <p:spPr>
          <a:xfrm>
            <a:off x="7718323" y="4946994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52"/>
          <p:cNvSpPr txBox="1"/>
          <p:nvPr>
            <p:ph idx="6" type="body"/>
          </p:nvPr>
        </p:nvSpPr>
        <p:spPr>
          <a:xfrm>
            <a:off x="838200" y="3278528"/>
            <a:ext cx="4008438" cy="2560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52"/>
          <p:cNvSpPr/>
          <p:nvPr>
            <p:ph idx="7" type="pic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1F2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52"/>
          <p:cNvSpPr/>
          <p:nvPr>
            <p:ph idx="8" type="pic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1F2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52"/>
          <p:cNvSpPr/>
          <p:nvPr>
            <p:ph idx="9" type="pic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1F2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52"/>
          <p:cNvSpPr/>
          <p:nvPr>
            <p:ph idx="13" type="pic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1F2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538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mage and Content">
  <p:cSld name="4_Image and Conten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3"/>
          <p:cNvSpPr/>
          <p:nvPr>
            <p:ph idx="2" type="pic"/>
          </p:nvPr>
        </p:nvSpPr>
        <p:spPr>
          <a:xfrm>
            <a:off x="841375" y="3097232"/>
            <a:ext cx="4008120" cy="2742196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53"/>
          <p:cNvSpPr txBox="1"/>
          <p:nvPr>
            <p:ph type="title"/>
          </p:nvPr>
        </p:nvSpPr>
        <p:spPr>
          <a:xfrm>
            <a:off x="841057" y="1100290"/>
            <a:ext cx="4008437" cy="1395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b="1"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53"/>
          <p:cNvSpPr txBox="1"/>
          <p:nvPr>
            <p:ph idx="1" type="body"/>
          </p:nvPr>
        </p:nvSpPr>
        <p:spPr>
          <a:xfrm>
            <a:off x="841058" y="2561159"/>
            <a:ext cx="4008437" cy="37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solidFill>
                  <a:schemeClr val="dk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33" name="Google Shape;233;p53"/>
          <p:cNvCxnSpPr/>
          <p:nvPr/>
        </p:nvCxnSpPr>
        <p:spPr>
          <a:xfrm>
            <a:off x="965155" y="18291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234" name="Google Shape;234;p53"/>
          <p:cNvSpPr txBox="1"/>
          <p:nvPr>
            <p:ph idx="3" type="body"/>
          </p:nvPr>
        </p:nvSpPr>
        <p:spPr>
          <a:xfrm>
            <a:off x="7718323" y="1074809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53"/>
          <p:cNvSpPr txBox="1"/>
          <p:nvPr>
            <p:ph idx="4" type="body"/>
          </p:nvPr>
        </p:nvSpPr>
        <p:spPr>
          <a:xfrm>
            <a:off x="7718323" y="2365537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53"/>
          <p:cNvSpPr txBox="1"/>
          <p:nvPr>
            <p:ph idx="5" type="body"/>
          </p:nvPr>
        </p:nvSpPr>
        <p:spPr>
          <a:xfrm>
            <a:off x="7718323" y="3656265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53"/>
          <p:cNvSpPr txBox="1"/>
          <p:nvPr>
            <p:ph idx="6" type="body"/>
          </p:nvPr>
        </p:nvSpPr>
        <p:spPr>
          <a:xfrm>
            <a:off x="7718323" y="4946994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53"/>
          <p:cNvSpPr/>
          <p:nvPr>
            <p:ph idx="7" type="pic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9" name="Google Shape;239;p53"/>
          <p:cNvSpPr/>
          <p:nvPr>
            <p:ph idx="8" type="pic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40" name="Google Shape;240;p53"/>
          <p:cNvSpPr/>
          <p:nvPr>
            <p:ph idx="9" type="pic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41" name="Google Shape;241;p53"/>
          <p:cNvSpPr/>
          <p:nvPr>
            <p:ph idx="13" type="pic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63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mage and Content">
  <p:cSld name="2_Image and Conten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4"/>
          <p:cNvSpPr/>
          <p:nvPr/>
        </p:nvSpPr>
        <p:spPr>
          <a:xfrm>
            <a:off x="0" y="3721472"/>
            <a:ext cx="12192000" cy="31365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1296000" spcFirstLastPara="1" rIns="4320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4"/>
          <p:cNvSpPr txBox="1"/>
          <p:nvPr>
            <p:ph type="title"/>
          </p:nvPr>
        </p:nvSpPr>
        <p:spPr>
          <a:xfrm>
            <a:off x="668543" y="358610"/>
            <a:ext cx="10854914" cy="8047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b="1"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54"/>
          <p:cNvSpPr/>
          <p:nvPr>
            <p:ph idx="2" type="pic"/>
          </p:nvPr>
        </p:nvSpPr>
        <p:spPr>
          <a:xfrm>
            <a:off x="1463303" y="2677210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1F2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54"/>
          <p:cNvSpPr/>
          <p:nvPr>
            <p:ph idx="3" type="pic"/>
          </p:nvPr>
        </p:nvSpPr>
        <p:spPr>
          <a:xfrm>
            <a:off x="4310608" y="2677210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1F2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54"/>
          <p:cNvSpPr/>
          <p:nvPr>
            <p:ph idx="4" type="pic"/>
          </p:nvPr>
        </p:nvSpPr>
        <p:spPr>
          <a:xfrm>
            <a:off x="7157913" y="2677210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1F2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54"/>
          <p:cNvSpPr/>
          <p:nvPr>
            <p:ph idx="5" type="pic"/>
          </p:nvPr>
        </p:nvSpPr>
        <p:spPr>
          <a:xfrm>
            <a:off x="10005218" y="2677210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1F2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54"/>
          <p:cNvSpPr txBox="1"/>
          <p:nvPr>
            <p:ph idx="1" type="body"/>
          </p:nvPr>
        </p:nvSpPr>
        <p:spPr>
          <a:xfrm>
            <a:off x="630780" y="3920809"/>
            <a:ext cx="2469806" cy="731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54"/>
          <p:cNvSpPr txBox="1"/>
          <p:nvPr>
            <p:ph idx="6" type="body"/>
          </p:nvPr>
        </p:nvSpPr>
        <p:spPr>
          <a:xfrm>
            <a:off x="3476825" y="3923752"/>
            <a:ext cx="2469806" cy="731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54"/>
          <p:cNvSpPr txBox="1"/>
          <p:nvPr>
            <p:ph idx="7" type="body"/>
          </p:nvPr>
        </p:nvSpPr>
        <p:spPr>
          <a:xfrm>
            <a:off x="6322870" y="3920809"/>
            <a:ext cx="2469806" cy="731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54"/>
          <p:cNvSpPr txBox="1"/>
          <p:nvPr>
            <p:ph idx="8" type="body"/>
          </p:nvPr>
        </p:nvSpPr>
        <p:spPr>
          <a:xfrm>
            <a:off x="9168916" y="3916626"/>
            <a:ext cx="2469806" cy="731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54"/>
          <p:cNvSpPr txBox="1"/>
          <p:nvPr>
            <p:ph idx="9" type="body"/>
          </p:nvPr>
        </p:nvSpPr>
        <p:spPr>
          <a:xfrm>
            <a:off x="838200" y="1337302"/>
            <a:ext cx="10685257" cy="54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Image and Content">
  <p:cSld name="5_Image and Conten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5"/>
          <p:cNvSpPr txBox="1"/>
          <p:nvPr>
            <p:ph type="title"/>
          </p:nvPr>
        </p:nvSpPr>
        <p:spPr>
          <a:xfrm>
            <a:off x="668543" y="1039330"/>
            <a:ext cx="10854914" cy="8047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b="1"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55"/>
          <p:cNvSpPr/>
          <p:nvPr>
            <p:ph idx="2" type="pic"/>
          </p:nvPr>
        </p:nvSpPr>
        <p:spPr>
          <a:xfrm>
            <a:off x="1341120" y="3235748"/>
            <a:ext cx="1049126" cy="10491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7" name="Google Shape;257;p55"/>
          <p:cNvSpPr/>
          <p:nvPr>
            <p:ph idx="3" type="pic"/>
          </p:nvPr>
        </p:nvSpPr>
        <p:spPr>
          <a:xfrm>
            <a:off x="4188425" y="3235748"/>
            <a:ext cx="1049126" cy="10491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8" name="Google Shape;258;p55"/>
          <p:cNvSpPr/>
          <p:nvPr>
            <p:ph idx="4" type="pic"/>
          </p:nvPr>
        </p:nvSpPr>
        <p:spPr>
          <a:xfrm>
            <a:off x="7035730" y="3235748"/>
            <a:ext cx="1049126" cy="10491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9" name="Google Shape;259;p55"/>
          <p:cNvSpPr/>
          <p:nvPr>
            <p:ph idx="5" type="pic"/>
          </p:nvPr>
        </p:nvSpPr>
        <p:spPr>
          <a:xfrm>
            <a:off x="9883035" y="3235748"/>
            <a:ext cx="1049126" cy="10491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0" name="Google Shape;260;p55"/>
          <p:cNvSpPr txBox="1"/>
          <p:nvPr>
            <p:ph idx="1" type="body"/>
          </p:nvPr>
        </p:nvSpPr>
        <p:spPr>
          <a:xfrm>
            <a:off x="630780" y="4601529"/>
            <a:ext cx="2469806" cy="731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55"/>
          <p:cNvSpPr txBox="1"/>
          <p:nvPr>
            <p:ph idx="6" type="body"/>
          </p:nvPr>
        </p:nvSpPr>
        <p:spPr>
          <a:xfrm>
            <a:off x="3476825" y="4604472"/>
            <a:ext cx="2469806" cy="731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p55"/>
          <p:cNvSpPr txBox="1"/>
          <p:nvPr>
            <p:ph idx="7" type="body"/>
          </p:nvPr>
        </p:nvSpPr>
        <p:spPr>
          <a:xfrm>
            <a:off x="6322870" y="4601529"/>
            <a:ext cx="2469806" cy="731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55"/>
          <p:cNvSpPr txBox="1"/>
          <p:nvPr>
            <p:ph idx="8" type="body"/>
          </p:nvPr>
        </p:nvSpPr>
        <p:spPr>
          <a:xfrm>
            <a:off x="9168916" y="4597346"/>
            <a:ext cx="2469806" cy="731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4" name="Google Shape;264;p55"/>
          <p:cNvSpPr txBox="1"/>
          <p:nvPr>
            <p:ph idx="9" type="body"/>
          </p:nvPr>
        </p:nvSpPr>
        <p:spPr>
          <a:xfrm>
            <a:off x="838200" y="2018022"/>
            <a:ext cx="10685257" cy="54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mage and Content">
  <p:cSld name="1_Image and Conte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6"/>
          <p:cNvSpPr/>
          <p:nvPr/>
        </p:nvSpPr>
        <p:spPr>
          <a:xfrm>
            <a:off x="6134100" y="0"/>
            <a:ext cx="6057900" cy="6857995"/>
          </a:xfrm>
          <a:prstGeom prst="rect">
            <a:avLst/>
          </a:prstGeom>
          <a:solidFill>
            <a:srgbClr val="DFE3E9"/>
          </a:solidFill>
          <a:ln>
            <a:noFill/>
          </a:ln>
        </p:spPr>
        <p:txBody>
          <a:bodyPr anchorCtr="0" anchor="ctr" bIns="45700" lIns="1296000" spcFirstLastPara="1" rIns="4320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6"/>
          <p:cNvSpPr txBox="1"/>
          <p:nvPr>
            <p:ph type="title"/>
          </p:nvPr>
        </p:nvSpPr>
        <p:spPr>
          <a:xfrm>
            <a:off x="841057" y="2234610"/>
            <a:ext cx="4008437" cy="1395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 b="1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6"/>
          <p:cNvSpPr txBox="1"/>
          <p:nvPr>
            <p:ph idx="1" type="body"/>
          </p:nvPr>
        </p:nvSpPr>
        <p:spPr>
          <a:xfrm>
            <a:off x="841058" y="3695479"/>
            <a:ext cx="4008437" cy="602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solidFill>
                  <a:schemeClr val="dk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69" name="Google Shape;269;p56"/>
          <p:cNvCxnSpPr/>
          <p:nvPr/>
        </p:nvCxnSpPr>
        <p:spPr>
          <a:xfrm>
            <a:off x="965155" y="1152611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270" name="Google Shape;270;p56"/>
          <p:cNvSpPr/>
          <p:nvPr>
            <p:ph idx="2" type="pic"/>
          </p:nvPr>
        </p:nvSpPr>
        <p:spPr>
          <a:xfrm>
            <a:off x="6687422" y="1038724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56"/>
          <p:cNvSpPr/>
          <p:nvPr>
            <p:ph idx="3" type="pic"/>
          </p:nvPr>
        </p:nvSpPr>
        <p:spPr>
          <a:xfrm>
            <a:off x="6687422" y="2330235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56"/>
          <p:cNvSpPr/>
          <p:nvPr>
            <p:ph idx="4" type="pic"/>
          </p:nvPr>
        </p:nvSpPr>
        <p:spPr>
          <a:xfrm>
            <a:off x="6687422" y="3621746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56"/>
          <p:cNvSpPr/>
          <p:nvPr>
            <p:ph idx="5" type="pic"/>
          </p:nvPr>
        </p:nvSpPr>
        <p:spPr>
          <a:xfrm>
            <a:off x="6687422" y="4913257"/>
            <a:ext cx="804759" cy="804759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56"/>
          <p:cNvSpPr txBox="1"/>
          <p:nvPr>
            <p:ph idx="6" type="body"/>
          </p:nvPr>
        </p:nvSpPr>
        <p:spPr>
          <a:xfrm>
            <a:off x="7718323" y="1074809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56"/>
          <p:cNvSpPr txBox="1"/>
          <p:nvPr>
            <p:ph idx="7" type="body"/>
          </p:nvPr>
        </p:nvSpPr>
        <p:spPr>
          <a:xfrm>
            <a:off x="7718323" y="2365537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" name="Google Shape;276;p56"/>
          <p:cNvSpPr txBox="1"/>
          <p:nvPr>
            <p:ph idx="8" type="body"/>
          </p:nvPr>
        </p:nvSpPr>
        <p:spPr>
          <a:xfrm>
            <a:off x="7718323" y="3656265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" name="Google Shape;277;p56"/>
          <p:cNvSpPr txBox="1"/>
          <p:nvPr>
            <p:ph idx="9" type="body"/>
          </p:nvPr>
        </p:nvSpPr>
        <p:spPr>
          <a:xfrm>
            <a:off x="7718323" y="4946994"/>
            <a:ext cx="3977648" cy="731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7"/>
          <p:cNvSpPr/>
          <p:nvPr/>
        </p:nvSpPr>
        <p:spPr>
          <a:xfrm>
            <a:off x="4190264" y="2280735"/>
            <a:ext cx="1874870" cy="1874870"/>
          </a:xfrm>
          <a:prstGeom prst="ellipse">
            <a:avLst/>
          </a:prstGeom>
          <a:noFill/>
          <a:ln cap="flat" cmpd="sng" w="12700">
            <a:solidFill>
              <a:srgbClr val="5DAAB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7"/>
          <p:cNvSpPr txBox="1"/>
          <p:nvPr>
            <p:ph type="title"/>
          </p:nvPr>
        </p:nvSpPr>
        <p:spPr>
          <a:xfrm>
            <a:off x="2106887" y="616350"/>
            <a:ext cx="7978227" cy="1062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>
                <a:solidFill>
                  <a:schemeClr val="dk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57"/>
          <p:cNvSpPr/>
          <p:nvPr>
            <p:ph idx="2" type="pic"/>
          </p:nvPr>
        </p:nvSpPr>
        <p:spPr>
          <a:xfrm>
            <a:off x="4306007" y="2385012"/>
            <a:ext cx="1643384" cy="1643384"/>
          </a:xfrm>
          <a:prstGeom prst="ellipse">
            <a:avLst/>
          </a:prstGeom>
          <a:noFill/>
          <a:ln>
            <a:noFill/>
          </a:ln>
        </p:spPr>
      </p:sp>
      <p:sp>
        <p:nvSpPr>
          <p:cNvPr id="282" name="Google Shape;282;p57"/>
          <p:cNvSpPr/>
          <p:nvPr>
            <p:ph idx="3" type="pic"/>
          </p:nvPr>
        </p:nvSpPr>
        <p:spPr>
          <a:xfrm>
            <a:off x="6273705" y="2385012"/>
            <a:ext cx="1643384" cy="1643384"/>
          </a:xfrm>
          <a:prstGeom prst="ellipse">
            <a:avLst/>
          </a:prstGeom>
          <a:noFill/>
          <a:ln>
            <a:noFill/>
          </a:ln>
        </p:spPr>
      </p:sp>
      <p:sp>
        <p:nvSpPr>
          <p:cNvPr id="283" name="Google Shape;283;p57"/>
          <p:cNvSpPr/>
          <p:nvPr>
            <p:ph idx="4" type="pic"/>
          </p:nvPr>
        </p:nvSpPr>
        <p:spPr>
          <a:xfrm>
            <a:off x="4306007" y="4352707"/>
            <a:ext cx="1643384" cy="1643384"/>
          </a:xfrm>
          <a:prstGeom prst="ellipse">
            <a:avLst/>
          </a:prstGeom>
          <a:noFill/>
          <a:ln>
            <a:noFill/>
          </a:ln>
        </p:spPr>
      </p:sp>
      <p:sp>
        <p:nvSpPr>
          <p:cNvPr id="284" name="Google Shape;284;p57"/>
          <p:cNvSpPr/>
          <p:nvPr>
            <p:ph idx="5" type="pic"/>
          </p:nvPr>
        </p:nvSpPr>
        <p:spPr>
          <a:xfrm>
            <a:off x="6273705" y="4352707"/>
            <a:ext cx="1643384" cy="1643384"/>
          </a:xfrm>
          <a:prstGeom prst="ellipse">
            <a:avLst/>
          </a:prstGeom>
          <a:noFill/>
          <a:ln>
            <a:noFill/>
          </a:ln>
        </p:spPr>
      </p:sp>
      <p:sp>
        <p:nvSpPr>
          <p:cNvPr id="285" name="Google Shape;285;p57"/>
          <p:cNvSpPr txBox="1"/>
          <p:nvPr>
            <p:ph idx="1" type="body"/>
          </p:nvPr>
        </p:nvSpPr>
        <p:spPr>
          <a:xfrm>
            <a:off x="1504731" y="3168715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57"/>
          <p:cNvSpPr txBox="1"/>
          <p:nvPr>
            <p:ph idx="6" type="body"/>
          </p:nvPr>
        </p:nvSpPr>
        <p:spPr>
          <a:xfrm>
            <a:off x="1504731" y="2764389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p57"/>
          <p:cNvSpPr txBox="1"/>
          <p:nvPr>
            <p:ph idx="7" type="body"/>
          </p:nvPr>
        </p:nvSpPr>
        <p:spPr>
          <a:xfrm>
            <a:off x="8241403" y="3168715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57"/>
          <p:cNvSpPr txBox="1"/>
          <p:nvPr>
            <p:ph idx="8" type="body"/>
          </p:nvPr>
        </p:nvSpPr>
        <p:spPr>
          <a:xfrm>
            <a:off x="8241403" y="2764389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57"/>
          <p:cNvSpPr txBox="1"/>
          <p:nvPr>
            <p:ph idx="9" type="body"/>
          </p:nvPr>
        </p:nvSpPr>
        <p:spPr>
          <a:xfrm>
            <a:off x="1504731" y="5167572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57"/>
          <p:cNvSpPr txBox="1"/>
          <p:nvPr>
            <p:ph idx="13" type="body"/>
          </p:nvPr>
        </p:nvSpPr>
        <p:spPr>
          <a:xfrm>
            <a:off x="1504731" y="4763246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1" name="Google Shape;291;p57"/>
          <p:cNvSpPr txBox="1"/>
          <p:nvPr>
            <p:ph idx="14" type="body"/>
          </p:nvPr>
        </p:nvSpPr>
        <p:spPr>
          <a:xfrm>
            <a:off x="8241403" y="5167572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2" name="Google Shape;292;p57"/>
          <p:cNvSpPr txBox="1"/>
          <p:nvPr>
            <p:ph idx="15" type="body"/>
          </p:nvPr>
        </p:nvSpPr>
        <p:spPr>
          <a:xfrm>
            <a:off x="8241403" y="4763246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3" name="Google Shape;293;p57"/>
          <p:cNvSpPr/>
          <p:nvPr/>
        </p:nvSpPr>
        <p:spPr>
          <a:xfrm>
            <a:off x="6157960" y="2280735"/>
            <a:ext cx="1874870" cy="1874870"/>
          </a:xfrm>
          <a:prstGeom prst="ellipse">
            <a:avLst/>
          </a:prstGeom>
          <a:noFill/>
          <a:ln cap="flat" cmpd="sng" w="12700">
            <a:solidFill>
              <a:srgbClr val="5DAAB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7"/>
          <p:cNvSpPr/>
          <p:nvPr/>
        </p:nvSpPr>
        <p:spPr>
          <a:xfrm>
            <a:off x="4190264" y="4236857"/>
            <a:ext cx="1874870" cy="1874870"/>
          </a:xfrm>
          <a:prstGeom prst="ellipse">
            <a:avLst/>
          </a:prstGeom>
          <a:noFill/>
          <a:ln cap="flat" cmpd="sng" w="12700">
            <a:solidFill>
              <a:srgbClr val="5DAAB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7"/>
          <p:cNvSpPr/>
          <p:nvPr/>
        </p:nvSpPr>
        <p:spPr>
          <a:xfrm>
            <a:off x="6157960" y="4236857"/>
            <a:ext cx="1874870" cy="1874870"/>
          </a:xfrm>
          <a:prstGeom prst="ellipse">
            <a:avLst/>
          </a:prstGeom>
          <a:noFill/>
          <a:ln cap="flat" cmpd="sng" w="12700">
            <a:solidFill>
              <a:srgbClr val="5DAAB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 ">
  <p:cSld name="1_Blank 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8"/>
          <p:cNvSpPr txBox="1"/>
          <p:nvPr>
            <p:ph type="title"/>
          </p:nvPr>
        </p:nvSpPr>
        <p:spPr>
          <a:xfrm>
            <a:off x="847180" y="687572"/>
            <a:ext cx="4767262" cy="13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8"/>
          <p:cNvSpPr txBox="1"/>
          <p:nvPr>
            <p:ph idx="1" type="body"/>
          </p:nvPr>
        </p:nvSpPr>
        <p:spPr>
          <a:xfrm>
            <a:off x="5815420" y="687573"/>
            <a:ext cx="5370740" cy="13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58"/>
          <p:cNvSpPr/>
          <p:nvPr>
            <p:ph idx="2" type="chart"/>
          </p:nvPr>
        </p:nvSpPr>
        <p:spPr>
          <a:xfrm>
            <a:off x="838200" y="2392680"/>
            <a:ext cx="10719842" cy="416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 ">
  <p:cSld name="2_Blank 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9"/>
          <p:cNvSpPr txBox="1"/>
          <p:nvPr>
            <p:ph type="title"/>
          </p:nvPr>
        </p:nvSpPr>
        <p:spPr>
          <a:xfrm>
            <a:off x="847180" y="687572"/>
            <a:ext cx="4767262" cy="13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59"/>
          <p:cNvSpPr txBox="1"/>
          <p:nvPr>
            <p:ph idx="1" type="body"/>
          </p:nvPr>
        </p:nvSpPr>
        <p:spPr>
          <a:xfrm>
            <a:off x="5815420" y="687573"/>
            <a:ext cx="5370740" cy="13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3" name="Google Shape;303;p59"/>
          <p:cNvSpPr/>
          <p:nvPr>
            <p:ph idx="2" type="chart"/>
          </p:nvPr>
        </p:nvSpPr>
        <p:spPr>
          <a:xfrm>
            <a:off x="5815420" y="2392680"/>
            <a:ext cx="5742622" cy="4023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4" name="Google Shape;304;p59"/>
          <p:cNvSpPr/>
          <p:nvPr>
            <p:ph idx="3" type="pic"/>
          </p:nvPr>
        </p:nvSpPr>
        <p:spPr>
          <a:xfrm>
            <a:off x="838200" y="2392045"/>
            <a:ext cx="4776788" cy="402399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0"/>
          <p:cNvSpPr txBox="1"/>
          <p:nvPr>
            <p:ph type="title"/>
          </p:nvPr>
        </p:nvSpPr>
        <p:spPr>
          <a:xfrm>
            <a:off x="647700" y="289560"/>
            <a:ext cx="10896600" cy="8932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60"/>
          <p:cNvSpPr txBox="1"/>
          <p:nvPr>
            <p:ph idx="1" type="body"/>
          </p:nvPr>
        </p:nvSpPr>
        <p:spPr>
          <a:xfrm>
            <a:off x="647700" y="1097363"/>
            <a:ext cx="10896600" cy="602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>
                <a:solidFill>
                  <a:schemeClr val="dk2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0"/>
              <a:buChar char="•"/>
              <a:defRPr sz="105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2"/>
          <p:cNvSpPr/>
          <p:nvPr>
            <p:ph idx="2" type="pic"/>
          </p:nvPr>
        </p:nvSpPr>
        <p:spPr>
          <a:xfrm>
            <a:off x="3236595" y="260350"/>
            <a:ext cx="4492625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2" name="Google Shape;312;p62"/>
          <p:cNvSpPr/>
          <p:nvPr>
            <p:ph idx="3" type="pic"/>
          </p:nvPr>
        </p:nvSpPr>
        <p:spPr>
          <a:xfrm>
            <a:off x="7839076" y="260350"/>
            <a:ext cx="4052888" cy="38036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3" name="Google Shape;313;p62"/>
          <p:cNvSpPr/>
          <p:nvPr>
            <p:ph idx="4" type="pic"/>
          </p:nvPr>
        </p:nvSpPr>
        <p:spPr>
          <a:xfrm>
            <a:off x="7839076" y="4165600"/>
            <a:ext cx="4052888" cy="239553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4" name="Google Shape;314;p62"/>
          <p:cNvSpPr txBox="1"/>
          <p:nvPr>
            <p:ph type="title"/>
          </p:nvPr>
        </p:nvSpPr>
        <p:spPr>
          <a:xfrm>
            <a:off x="518160" y="524172"/>
            <a:ext cx="2578099" cy="2508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onstantia"/>
              <a:buNone/>
              <a:defRPr sz="40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15" name="Google Shape;315;p62"/>
          <p:cNvCxnSpPr/>
          <p:nvPr/>
        </p:nvCxnSpPr>
        <p:spPr>
          <a:xfrm>
            <a:off x="965155" y="-703069"/>
            <a:ext cx="0" cy="193031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3"/>
          <p:cNvSpPr/>
          <p:nvPr>
            <p:ph idx="2" type="pic"/>
          </p:nvPr>
        </p:nvSpPr>
        <p:spPr>
          <a:xfrm>
            <a:off x="212725" y="198755"/>
            <a:ext cx="3856038" cy="4235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8" name="Google Shape;318;p63"/>
          <p:cNvSpPr/>
          <p:nvPr>
            <p:ph idx="3" type="pic"/>
          </p:nvPr>
        </p:nvSpPr>
        <p:spPr>
          <a:xfrm>
            <a:off x="4312285" y="198755"/>
            <a:ext cx="7651115" cy="4235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9" name="Google Shape;319;p63"/>
          <p:cNvSpPr/>
          <p:nvPr>
            <p:ph idx="4" type="pic"/>
          </p:nvPr>
        </p:nvSpPr>
        <p:spPr>
          <a:xfrm>
            <a:off x="213361" y="4648200"/>
            <a:ext cx="7651116" cy="201167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0" name="Google Shape;320;p63"/>
          <p:cNvSpPr/>
          <p:nvPr>
            <p:ph idx="5" type="pic"/>
          </p:nvPr>
        </p:nvSpPr>
        <p:spPr>
          <a:xfrm>
            <a:off x="8122919" y="4648200"/>
            <a:ext cx="3855721" cy="201167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theme" Target="../theme/theme1.xml"/><Relationship Id="rId5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onstantia"/>
              <a:buNone/>
              <a:defRPr b="1" i="0" sz="4400" u="none" cap="none" strike="noStrike">
                <a:solidFill>
                  <a:schemeClr val="dk2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28">
          <p15:clr>
            <a:srgbClr val="F26B43"/>
          </p15:clr>
        </p15:guide>
        <p15:guide id="2" orient="horz" pos="40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ayanpat@umich.edu" TargetMode="External"/><Relationship Id="rId4" Type="http://schemas.openxmlformats.org/officeDocument/2006/relationships/hyperlink" Target="mailto:standera@umich.edu" TargetMode="External"/><Relationship Id="rId9" Type="http://schemas.openxmlformats.org/officeDocument/2006/relationships/image" Target="../media/image8.png"/><Relationship Id="rId5" Type="http://schemas.openxmlformats.org/officeDocument/2006/relationships/hyperlink" Target="mailto:epellegr@umich.edu" TargetMode="External"/><Relationship Id="rId6" Type="http://schemas.openxmlformats.org/officeDocument/2006/relationships/hyperlink" Target="mailto:dheerajm@umich.edu" TargetMode="External"/><Relationship Id="rId7" Type="http://schemas.openxmlformats.org/officeDocument/2006/relationships/image" Target="../media/image3.png"/><Relationship Id="rId8" Type="http://schemas.openxmlformats.org/officeDocument/2006/relationships/image" Target="../media/image1.png"/><Relationship Id="rId11" Type="http://schemas.openxmlformats.org/officeDocument/2006/relationships/image" Target="../media/image5.png"/><Relationship Id="rId10" Type="http://schemas.openxmlformats.org/officeDocument/2006/relationships/image" Target="../media/image6.png"/><Relationship Id="rId12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1.jpg"/><Relationship Id="rId6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nayanpat@umich.edu" TargetMode="External"/><Relationship Id="rId4" Type="http://schemas.openxmlformats.org/officeDocument/2006/relationships/hyperlink" Target="mailto:standera@umich.edu" TargetMode="External"/><Relationship Id="rId5" Type="http://schemas.openxmlformats.org/officeDocument/2006/relationships/hyperlink" Target="mailto:epellegr@umich.edu" TargetMode="External"/><Relationship Id="rId6" Type="http://schemas.openxmlformats.org/officeDocument/2006/relationships/hyperlink" Target="mailto:dheerajm@umich.edu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"/>
          <p:cNvSpPr txBox="1"/>
          <p:nvPr>
            <p:ph type="title"/>
          </p:nvPr>
        </p:nvSpPr>
        <p:spPr>
          <a:xfrm>
            <a:off x="838199" y="2002421"/>
            <a:ext cx="7252505" cy="89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onstantia"/>
              <a:buNone/>
            </a:pPr>
            <a:r>
              <a:rPr lang="en-US"/>
              <a:t>Product Demo</a:t>
            </a:r>
            <a:endParaRPr/>
          </a:p>
        </p:txBody>
      </p:sp>
      <p:sp>
        <p:nvSpPr>
          <p:cNvPr id="326" name="Google Shape;326;p1"/>
          <p:cNvSpPr txBox="1"/>
          <p:nvPr>
            <p:ph idx="1" type="body"/>
          </p:nvPr>
        </p:nvSpPr>
        <p:spPr>
          <a:xfrm>
            <a:off x="-346050" y="3100119"/>
            <a:ext cx="9621000" cy="3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PriceComp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(A Marketplace Product Price Comparator App)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715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Team Name: S.E.N.D.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715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Course: CIS 553 - 002, Fall 2022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Group Members:   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EE"/>
              </a:buClr>
              <a:buSzPts val="1800"/>
              <a:buNone/>
            </a:pPr>
            <a:r>
              <a:rPr lang="en-US" sz="1800" u="sng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Nayan Patel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EE"/>
              </a:buClr>
              <a:buSzPts val="1800"/>
              <a:buNone/>
            </a:pPr>
            <a:r>
              <a:rPr lang="en-US" sz="1800" u="sng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Steve Anderau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EE"/>
              </a:buClr>
              <a:buSzPts val="1800"/>
              <a:buNone/>
            </a:pPr>
            <a:r>
              <a:rPr lang="en-US" sz="1800" u="sng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Ethan Pellegrini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EE"/>
              </a:buClr>
              <a:buSzPts val="1800"/>
              <a:buNone/>
            </a:pPr>
            <a:r>
              <a:rPr lang="en-US" sz="1800" u="sng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Dheeraj Mohanbabu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327" name="Google Shape;327;p1"/>
          <p:cNvPicPr preferRelativeResize="0"/>
          <p:nvPr/>
        </p:nvPicPr>
        <p:blipFill rotWithShape="1">
          <a:blip r:embed="rId7">
            <a:alphaModFix/>
          </a:blip>
          <a:srcRect b="13971" l="0" r="0" t="0"/>
          <a:stretch/>
        </p:blipFill>
        <p:spPr>
          <a:xfrm>
            <a:off x="122200" y="56424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"/>
          <p:cNvPicPr preferRelativeResize="0"/>
          <p:nvPr/>
        </p:nvPicPr>
        <p:blipFill rotWithShape="1">
          <a:blip r:embed="rId8">
            <a:alphaModFix/>
          </a:blip>
          <a:srcRect b="13971" l="0" r="0" t="0"/>
          <a:stretch/>
        </p:blipFill>
        <p:spPr>
          <a:xfrm>
            <a:off x="1684300" y="56424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"/>
          <p:cNvPicPr preferRelativeResize="0"/>
          <p:nvPr/>
        </p:nvPicPr>
        <p:blipFill rotWithShape="1">
          <a:blip r:embed="rId9">
            <a:alphaModFix/>
          </a:blip>
          <a:srcRect b="13971" l="0" r="0" t="0"/>
          <a:stretch/>
        </p:blipFill>
        <p:spPr>
          <a:xfrm>
            <a:off x="3246388" y="56424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"/>
          <p:cNvPicPr preferRelativeResize="0"/>
          <p:nvPr/>
        </p:nvPicPr>
        <p:blipFill rotWithShape="1">
          <a:blip r:embed="rId10">
            <a:alphaModFix/>
          </a:blip>
          <a:srcRect b="13971" l="0" r="0" t="0"/>
          <a:stretch/>
        </p:blipFill>
        <p:spPr>
          <a:xfrm>
            <a:off x="6370600" y="56424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"/>
          <p:cNvPicPr preferRelativeResize="0"/>
          <p:nvPr/>
        </p:nvPicPr>
        <p:blipFill rotWithShape="1">
          <a:blip r:embed="rId11">
            <a:alphaModFix/>
          </a:blip>
          <a:srcRect b="13971" l="0" r="0" t="0"/>
          <a:stretch/>
        </p:blipFill>
        <p:spPr>
          <a:xfrm>
            <a:off x="4808500" y="56424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"/>
          <p:cNvPicPr preferRelativeResize="0"/>
          <p:nvPr/>
        </p:nvPicPr>
        <p:blipFill rotWithShape="1">
          <a:blip r:embed="rId12">
            <a:alphaModFix/>
          </a:blip>
          <a:srcRect b="13971" l="0" r="0" t="0"/>
          <a:stretch/>
        </p:blipFill>
        <p:spPr>
          <a:xfrm>
            <a:off x="9072825" y="-1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"/>
          <p:cNvPicPr preferRelativeResize="0"/>
          <p:nvPr/>
        </p:nvPicPr>
        <p:blipFill rotWithShape="1">
          <a:blip r:embed="rId7">
            <a:alphaModFix/>
          </a:blip>
          <a:srcRect b="13971" l="0" r="0" t="0"/>
          <a:stretch/>
        </p:blipFill>
        <p:spPr>
          <a:xfrm>
            <a:off x="10482525" y="2588299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"/>
          <p:cNvPicPr preferRelativeResize="0"/>
          <p:nvPr/>
        </p:nvPicPr>
        <p:blipFill rotWithShape="1">
          <a:blip r:embed="rId8">
            <a:alphaModFix/>
          </a:blip>
          <a:srcRect b="13971" l="0" r="0" t="0"/>
          <a:stretch/>
        </p:blipFill>
        <p:spPr>
          <a:xfrm>
            <a:off x="9072825" y="2481249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"/>
          <p:cNvPicPr preferRelativeResize="0"/>
          <p:nvPr/>
        </p:nvPicPr>
        <p:blipFill rotWithShape="1">
          <a:blip r:embed="rId9">
            <a:alphaModFix/>
          </a:blip>
          <a:srcRect b="13971" l="0" r="0" t="0"/>
          <a:stretch/>
        </p:blipFill>
        <p:spPr>
          <a:xfrm>
            <a:off x="10482513" y="3967624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"/>
          <p:cNvPicPr preferRelativeResize="0"/>
          <p:nvPr/>
        </p:nvPicPr>
        <p:blipFill rotWithShape="1">
          <a:blip r:embed="rId10">
            <a:alphaModFix/>
          </a:blip>
          <a:srcRect b="13971" l="0" r="0" t="0"/>
          <a:stretch/>
        </p:blipFill>
        <p:spPr>
          <a:xfrm>
            <a:off x="10482525" y="5453999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"/>
          <p:cNvPicPr preferRelativeResize="0"/>
          <p:nvPr/>
        </p:nvPicPr>
        <p:blipFill rotWithShape="1">
          <a:blip r:embed="rId11">
            <a:alphaModFix/>
          </a:blip>
          <a:srcRect b="13971" l="0" r="0" t="0"/>
          <a:stretch/>
        </p:blipFill>
        <p:spPr>
          <a:xfrm>
            <a:off x="8920425" y="3967624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"/>
          <p:cNvPicPr preferRelativeResize="0"/>
          <p:nvPr/>
        </p:nvPicPr>
        <p:blipFill rotWithShape="1">
          <a:blip r:embed="rId12">
            <a:alphaModFix/>
          </a:blip>
          <a:srcRect b="13971" l="0" r="0" t="0"/>
          <a:stretch/>
        </p:blipFill>
        <p:spPr>
          <a:xfrm>
            <a:off x="8920425" y="5453999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"/>
          <p:cNvPicPr preferRelativeResize="0"/>
          <p:nvPr/>
        </p:nvPicPr>
        <p:blipFill rotWithShape="1">
          <a:blip r:embed="rId9">
            <a:alphaModFix/>
          </a:blip>
          <a:srcRect b="13971" l="0" r="0" t="0"/>
          <a:stretch/>
        </p:blipFill>
        <p:spPr>
          <a:xfrm>
            <a:off x="10482513" y="1245449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"/>
          <p:cNvPicPr preferRelativeResize="0"/>
          <p:nvPr/>
        </p:nvPicPr>
        <p:blipFill rotWithShape="1">
          <a:blip r:embed="rId11">
            <a:alphaModFix/>
          </a:blip>
          <a:srcRect b="13971" l="0" r="0" t="0"/>
          <a:stretch/>
        </p:blipFill>
        <p:spPr>
          <a:xfrm>
            <a:off x="10482525" y="56424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"/>
          <p:cNvPicPr preferRelativeResize="0"/>
          <p:nvPr/>
        </p:nvPicPr>
        <p:blipFill rotWithShape="1">
          <a:blip r:embed="rId10">
            <a:alphaModFix/>
          </a:blip>
          <a:srcRect b="13971" l="0" r="0" t="0"/>
          <a:stretch/>
        </p:blipFill>
        <p:spPr>
          <a:xfrm>
            <a:off x="9072825" y="1245449"/>
            <a:ext cx="1562101" cy="13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"/>
          <p:cNvPicPr preferRelativeResize="0"/>
          <p:nvPr/>
        </p:nvPicPr>
        <p:blipFill rotWithShape="1">
          <a:blip r:embed="rId7">
            <a:alphaModFix/>
          </a:blip>
          <a:srcRect b="13971" l="0" r="0" t="0"/>
          <a:stretch/>
        </p:blipFill>
        <p:spPr>
          <a:xfrm>
            <a:off x="7645513" y="-1"/>
            <a:ext cx="1562101" cy="1342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"/>
          <p:cNvSpPr txBox="1"/>
          <p:nvPr>
            <p:ph type="title"/>
          </p:nvPr>
        </p:nvSpPr>
        <p:spPr>
          <a:xfrm>
            <a:off x="305803" y="374101"/>
            <a:ext cx="5045593" cy="6408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Agenda</a:t>
            </a:r>
            <a:endParaRPr/>
          </a:p>
        </p:txBody>
      </p:sp>
      <p:sp>
        <p:nvSpPr>
          <p:cNvPr id="349" name="Google Shape;349;p2"/>
          <p:cNvSpPr txBox="1"/>
          <p:nvPr>
            <p:ph idx="1" type="body"/>
          </p:nvPr>
        </p:nvSpPr>
        <p:spPr>
          <a:xfrm>
            <a:off x="466726" y="1208458"/>
            <a:ext cx="11109578" cy="51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nstantia"/>
              <a:buAutoNum type="arabicPeriod"/>
            </a:pPr>
            <a:r>
              <a:rPr lang="en-US" sz="3200"/>
              <a:t> Team Introduction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nstantia"/>
              <a:buAutoNum type="arabicPeriod"/>
            </a:pPr>
            <a:r>
              <a:rPr lang="en-US" sz="3200"/>
              <a:t> What is PriceComp App?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nstantia"/>
              <a:buAutoNum type="arabicPeriod"/>
            </a:pPr>
            <a:r>
              <a:rPr lang="en-US" sz="3200"/>
              <a:t> Main Features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nstantia"/>
              <a:buAutoNum type="arabicPeriod"/>
            </a:pPr>
            <a:r>
              <a:rPr lang="en-US" sz="3200"/>
              <a:t> Addon Features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nstantia"/>
              <a:buAutoNum type="arabicPeriod"/>
            </a:pPr>
            <a:r>
              <a:rPr lang="en-US" sz="3200"/>
              <a:t> Main Scenario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nstantia"/>
              <a:buAutoNum type="arabicPeriod"/>
            </a:pPr>
            <a:r>
              <a:rPr lang="en-US" sz="3200"/>
              <a:t> Product Technical Details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nstantia"/>
              <a:buAutoNum type="arabicPeriod"/>
            </a:pPr>
            <a:r>
              <a:rPr lang="en-US" sz="3200"/>
              <a:t> Known Issues and Limitations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nstantia"/>
              <a:buAutoNum type="arabicPeriod"/>
            </a:pPr>
            <a:r>
              <a:rPr lang="en-US" sz="3200"/>
              <a:t> Product Support</a:t>
            </a:r>
            <a:endParaRPr/>
          </a:p>
          <a:p>
            <a:pPr indent="-2540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None/>
            </a:pPr>
            <a:r>
              <a:t/>
            </a:r>
            <a:endParaRPr/>
          </a:p>
          <a:p>
            <a:pPr indent="-2540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"/>
          <p:cNvSpPr txBox="1"/>
          <p:nvPr>
            <p:ph type="title"/>
          </p:nvPr>
        </p:nvSpPr>
        <p:spPr>
          <a:xfrm>
            <a:off x="444117" y="896978"/>
            <a:ext cx="3537030" cy="104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400"/>
              <a:buFont typeface="Constantia"/>
              <a:buNone/>
            </a:pPr>
            <a:r>
              <a:rPr lang="en-US"/>
              <a:t>Team Intro</a:t>
            </a:r>
            <a:endParaRPr/>
          </a:p>
        </p:txBody>
      </p:sp>
      <p:pic>
        <p:nvPicPr>
          <p:cNvPr id="356" name="Google Shape;356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834446"/>
            <a:ext cx="1643384" cy="143414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57" name="Google Shape;357;p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4940" y="729827"/>
            <a:ext cx="1314707" cy="1643384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58" name="Google Shape;358;p3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6930" y="3707249"/>
            <a:ext cx="1643384" cy="1522184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59" name="Google Shape;359;p3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7461" y="3646649"/>
            <a:ext cx="1629666" cy="1643384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0" name="Google Shape;360;p3"/>
          <p:cNvSpPr txBox="1"/>
          <p:nvPr>
            <p:ph idx="1" type="body"/>
          </p:nvPr>
        </p:nvSpPr>
        <p:spPr>
          <a:xfrm>
            <a:off x="5642770" y="2823837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en-US"/>
              <a:t>M.S. in Artificial Intelligence </a:t>
            </a:r>
            <a:endParaRPr/>
          </a:p>
        </p:txBody>
      </p:sp>
      <p:sp>
        <p:nvSpPr>
          <p:cNvPr id="361" name="Google Shape;361;p3"/>
          <p:cNvSpPr txBox="1"/>
          <p:nvPr>
            <p:ph idx="6" type="body"/>
          </p:nvPr>
        </p:nvSpPr>
        <p:spPr>
          <a:xfrm>
            <a:off x="5642770" y="2419511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en-US"/>
              <a:t>Nayan Patel</a:t>
            </a:r>
            <a:endParaRPr/>
          </a:p>
        </p:txBody>
      </p:sp>
      <p:sp>
        <p:nvSpPr>
          <p:cNvPr id="362" name="Google Shape;362;p3"/>
          <p:cNvSpPr txBox="1"/>
          <p:nvPr>
            <p:ph idx="7" type="body"/>
          </p:nvPr>
        </p:nvSpPr>
        <p:spPr>
          <a:xfrm>
            <a:off x="8544956" y="2823837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en-US"/>
              <a:t>M.S. in Software Engineering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3"/>
          <p:cNvSpPr txBox="1"/>
          <p:nvPr>
            <p:ph idx="8" type="body"/>
          </p:nvPr>
        </p:nvSpPr>
        <p:spPr>
          <a:xfrm>
            <a:off x="8544956" y="2419511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en-US"/>
              <a:t>Steve Anderau </a:t>
            </a:r>
            <a:endParaRPr/>
          </a:p>
        </p:txBody>
      </p:sp>
      <p:sp>
        <p:nvSpPr>
          <p:cNvPr id="364" name="Google Shape;364;p3"/>
          <p:cNvSpPr txBox="1"/>
          <p:nvPr>
            <p:ph idx="9" type="body"/>
          </p:nvPr>
        </p:nvSpPr>
        <p:spPr>
          <a:xfrm>
            <a:off x="5642770" y="5740657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en-US"/>
              <a:t>M.S. in Artificial Intelligence </a:t>
            </a:r>
            <a:endParaRPr/>
          </a:p>
        </p:txBody>
      </p:sp>
      <p:sp>
        <p:nvSpPr>
          <p:cNvPr id="365" name="Google Shape;365;p3"/>
          <p:cNvSpPr txBox="1"/>
          <p:nvPr>
            <p:ph idx="13" type="body"/>
          </p:nvPr>
        </p:nvSpPr>
        <p:spPr>
          <a:xfrm>
            <a:off x="5642770" y="5336331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en-US"/>
              <a:t>Ethan Pellegrini</a:t>
            </a:r>
            <a:endParaRPr/>
          </a:p>
        </p:txBody>
      </p:sp>
      <p:sp>
        <p:nvSpPr>
          <p:cNvPr id="366" name="Google Shape;366;p3"/>
          <p:cNvSpPr txBox="1"/>
          <p:nvPr>
            <p:ph idx="14" type="body"/>
          </p:nvPr>
        </p:nvSpPr>
        <p:spPr>
          <a:xfrm>
            <a:off x="8544956" y="5740657"/>
            <a:ext cx="2517605" cy="48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en-US"/>
              <a:t>M.S. in Artificial Intelligence </a:t>
            </a:r>
            <a:endParaRPr/>
          </a:p>
        </p:txBody>
      </p:sp>
      <p:sp>
        <p:nvSpPr>
          <p:cNvPr id="367" name="Google Shape;367;p3"/>
          <p:cNvSpPr txBox="1"/>
          <p:nvPr>
            <p:ph idx="15" type="body"/>
          </p:nvPr>
        </p:nvSpPr>
        <p:spPr>
          <a:xfrm>
            <a:off x="8544956" y="5336331"/>
            <a:ext cx="2517605" cy="38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en-US"/>
              <a:t>Dheeraj Mohanbabu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"/>
          <p:cNvSpPr txBox="1"/>
          <p:nvPr>
            <p:ph type="title"/>
          </p:nvPr>
        </p:nvSpPr>
        <p:spPr>
          <a:xfrm>
            <a:off x="305803" y="374101"/>
            <a:ext cx="11407661" cy="6408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What is PriceComp App?</a:t>
            </a:r>
            <a:endParaRPr/>
          </a:p>
        </p:txBody>
      </p:sp>
      <p:sp>
        <p:nvSpPr>
          <p:cNvPr id="374" name="Google Shape;374;p4"/>
          <p:cNvSpPr txBox="1"/>
          <p:nvPr>
            <p:ph idx="1" type="body"/>
          </p:nvPr>
        </p:nvSpPr>
        <p:spPr>
          <a:xfrm>
            <a:off x="466726" y="1208458"/>
            <a:ext cx="11109578" cy="51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eCommerce business is growing exponentially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More and more choices of product and online marketplaces available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More choices make consumer’s product searching difficult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PriceComp is designed to make consumer’s product search journey easy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PriceComp provides comprehensive platform to search and compare products across various eCommerce sites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With a single click, provides all product data (e.g., price, rating) from various marketplaces </a:t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"/>
          <p:cNvSpPr txBox="1"/>
          <p:nvPr>
            <p:ph type="title"/>
          </p:nvPr>
        </p:nvSpPr>
        <p:spPr>
          <a:xfrm>
            <a:off x="305803" y="374101"/>
            <a:ext cx="11407661" cy="6408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Main Features</a:t>
            </a:r>
            <a:endParaRPr/>
          </a:p>
        </p:txBody>
      </p:sp>
      <p:sp>
        <p:nvSpPr>
          <p:cNvPr id="381" name="Google Shape;381;p5"/>
          <p:cNvSpPr txBox="1"/>
          <p:nvPr>
            <p:ph idx="1" type="body"/>
          </p:nvPr>
        </p:nvSpPr>
        <p:spPr>
          <a:xfrm>
            <a:off x="466726" y="1208458"/>
            <a:ext cx="6482714" cy="51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nstantia"/>
              <a:buAutoNum type="arabicPeriod"/>
            </a:pPr>
            <a:r>
              <a:rPr lang="en-US" sz="2400"/>
              <a:t>Search Product</a:t>
            </a:r>
            <a:endParaRPr/>
          </a:p>
          <a:p>
            <a:pPr indent="0" lvl="0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nstantia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Display Product Data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0336" y="1670060"/>
            <a:ext cx="4790658" cy="419598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"/>
          <p:cNvSpPr/>
          <p:nvPr/>
        </p:nvSpPr>
        <p:spPr>
          <a:xfrm rot="-5400000">
            <a:off x="6638544" y="2331720"/>
            <a:ext cx="658368" cy="56692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37C8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"/>
          <p:cNvSpPr/>
          <p:nvPr/>
        </p:nvSpPr>
        <p:spPr>
          <a:xfrm rot="-5400000">
            <a:off x="6620256" y="4431792"/>
            <a:ext cx="658368" cy="56692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37C8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b236b74128_1_8"/>
          <p:cNvSpPr txBox="1"/>
          <p:nvPr>
            <p:ph type="title"/>
          </p:nvPr>
        </p:nvSpPr>
        <p:spPr>
          <a:xfrm>
            <a:off x="305803" y="374101"/>
            <a:ext cx="114078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Main Features: Search Product</a:t>
            </a:r>
            <a:endParaRPr/>
          </a:p>
        </p:txBody>
      </p:sp>
      <p:sp>
        <p:nvSpPr>
          <p:cNvPr id="391" name="Google Shape;391;g1b236b74128_1_8"/>
          <p:cNvSpPr txBox="1"/>
          <p:nvPr>
            <p:ph idx="1" type="body"/>
          </p:nvPr>
        </p:nvSpPr>
        <p:spPr>
          <a:xfrm>
            <a:off x="466725" y="1208456"/>
            <a:ext cx="64827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The main feature of the PriceComp app is to search the product on various marketplace sites (amazon.com, bestbuy.com, walmart.com and target.com)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g1b236b74128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800" y="3329281"/>
            <a:ext cx="906780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b236b74128_1_17"/>
          <p:cNvSpPr txBox="1"/>
          <p:nvPr>
            <p:ph type="title"/>
          </p:nvPr>
        </p:nvSpPr>
        <p:spPr>
          <a:xfrm>
            <a:off x="305803" y="374101"/>
            <a:ext cx="114078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Main Features: Display Product </a:t>
            </a:r>
            <a:endParaRPr/>
          </a:p>
        </p:txBody>
      </p:sp>
      <p:sp>
        <p:nvSpPr>
          <p:cNvPr id="399" name="Google Shape;399;g1b236b74128_1_17"/>
          <p:cNvSpPr txBox="1"/>
          <p:nvPr>
            <p:ph idx="1" type="body"/>
          </p:nvPr>
        </p:nvSpPr>
        <p:spPr>
          <a:xfrm>
            <a:off x="466725" y="1208456"/>
            <a:ext cx="64827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This user input is searched across the selected marketplace sites and the scraped product data will be displayed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g1b236b74128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75" y="2623906"/>
            <a:ext cx="1038225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"/>
          <p:cNvSpPr txBox="1"/>
          <p:nvPr>
            <p:ph type="title"/>
          </p:nvPr>
        </p:nvSpPr>
        <p:spPr>
          <a:xfrm>
            <a:off x="305803" y="374101"/>
            <a:ext cx="11407661" cy="6408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Addon Features</a:t>
            </a:r>
            <a:endParaRPr/>
          </a:p>
        </p:txBody>
      </p:sp>
      <p:sp>
        <p:nvSpPr>
          <p:cNvPr id="407" name="Google Shape;407;p6"/>
          <p:cNvSpPr txBox="1"/>
          <p:nvPr>
            <p:ph idx="1" type="body"/>
          </p:nvPr>
        </p:nvSpPr>
        <p:spPr>
          <a:xfrm>
            <a:off x="466726" y="1208458"/>
            <a:ext cx="6071234" cy="51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nstantia"/>
              <a:buAutoNum type="arabicPeriod"/>
            </a:pPr>
            <a:r>
              <a:rPr lang="en-US" sz="2400"/>
              <a:t>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Select Marketplace Sites</a:t>
            </a:r>
            <a:endParaRPr/>
          </a:p>
          <a:p>
            <a:pPr indent="0" lvl="0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nstantia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Sort Search Results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5962" y="1165984"/>
            <a:ext cx="5253045" cy="460097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6"/>
          <p:cNvSpPr/>
          <p:nvPr/>
        </p:nvSpPr>
        <p:spPr>
          <a:xfrm rot="-4483731">
            <a:off x="5680460" y="1771162"/>
            <a:ext cx="658346" cy="12775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37C8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"/>
          <p:cNvSpPr/>
          <p:nvPr/>
        </p:nvSpPr>
        <p:spPr>
          <a:xfrm rot="-7223167">
            <a:off x="5773622" y="3306308"/>
            <a:ext cx="658331" cy="102755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37C8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b236b74128_1_25"/>
          <p:cNvSpPr txBox="1"/>
          <p:nvPr>
            <p:ph type="title"/>
          </p:nvPr>
        </p:nvSpPr>
        <p:spPr>
          <a:xfrm>
            <a:off x="305803" y="374101"/>
            <a:ext cx="114078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Addon Features: Select Marketplace Sites </a:t>
            </a:r>
            <a:endParaRPr/>
          </a:p>
        </p:txBody>
      </p:sp>
      <p:sp>
        <p:nvSpPr>
          <p:cNvPr id="417" name="Google Shape;417;g1b236b74128_1_25"/>
          <p:cNvSpPr txBox="1"/>
          <p:nvPr>
            <p:ph idx="1" type="body"/>
          </p:nvPr>
        </p:nvSpPr>
        <p:spPr>
          <a:xfrm>
            <a:off x="466725" y="1208451"/>
            <a:ext cx="6071100" cy="15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PriceComp offers the user the ability to select from four different marketplace sites that they can search for their product: Amazon, Walmart, Best Buy, and Target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g1b236b74128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800" y="3075801"/>
            <a:ext cx="9067800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b236b74128_1_34"/>
          <p:cNvSpPr txBox="1"/>
          <p:nvPr>
            <p:ph type="title"/>
          </p:nvPr>
        </p:nvSpPr>
        <p:spPr>
          <a:xfrm>
            <a:off x="305803" y="374101"/>
            <a:ext cx="114078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Addon Features: Sort Search Results</a:t>
            </a:r>
            <a:endParaRPr/>
          </a:p>
        </p:txBody>
      </p:sp>
      <p:sp>
        <p:nvSpPr>
          <p:cNvPr id="425" name="Google Shape;425;g1b236b74128_1_34"/>
          <p:cNvSpPr txBox="1"/>
          <p:nvPr>
            <p:ph idx="1" type="body"/>
          </p:nvPr>
        </p:nvSpPr>
        <p:spPr>
          <a:xfrm>
            <a:off x="466725" y="1208456"/>
            <a:ext cx="60711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The user may want insight into the searched products in a way that isn’t visible through the initial results, so a Sort function was added to our UI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g1b236b74128_1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500" y="2719556"/>
            <a:ext cx="8040410" cy="3833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"/>
          <p:cNvSpPr txBox="1"/>
          <p:nvPr>
            <p:ph type="title"/>
          </p:nvPr>
        </p:nvSpPr>
        <p:spPr>
          <a:xfrm>
            <a:off x="305803" y="374101"/>
            <a:ext cx="11407661" cy="6408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Main Scenario</a:t>
            </a:r>
            <a:endParaRPr/>
          </a:p>
        </p:txBody>
      </p:sp>
      <p:sp>
        <p:nvSpPr>
          <p:cNvPr id="433" name="Google Shape;433;p7"/>
          <p:cNvSpPr txBox="1"/>
          <p:nvPr>
            <p:ph idx="1" type="body"/>
          </p:nvPr>
        </p:nvSpPr>
        <p:spPr>
          <a:xfrm>
            <a:off x="466726" y="1208458"/>
            <a:ext cx="11109578" cy="51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onstantia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User enters the product keyword or SKU# in the search text box which is located on top of the UI window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/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onstantia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After the search text is entered, as a next step, the user selects which marketplace sites they want to search the product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onstantia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onstantia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onstantia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onstantia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Once the user selects the marketplace sites, they click on the “Search” button which is located right next to the text box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4" name="Google Shape;4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21" y="2167128"/>
            <a:ext cx="5767070" cy="485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321" y="3693033"/>
            <a:ext cx="281432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7321" y="5813298"/>
            <a:ext cx="1143000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"/>
          <p:cNvSpPr txBox="1"/>
          <p:nvPr>
            <p:ph type="title"/>
          </p:nvPr>
        </p:nvSpPr>
        <p:spPr>
          <a:xfrm>
            <a:off x="305803" y="374101"/>
            <a:ext cx="11407661" cy="6408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Main Scenario (contd.)</a:t>
            </a:r>
            <a:endParaRPr/>
          </a:p>
        </p:txBody>
      </p:sp>
      <p:sp>
        <p:nvSpPr>
          <p:cNvPr id="443" name="Google Shape;443;p8"/>
          <p:cNvSpPr txBox="1"/>
          <p:nvPr>
            <p:ph idx="1" type="body"/>
          </p:nvPr>
        </p:nvSpPr>
        <p:spPr>
          <a:xfrm>
            <a:off x="466726" y="1208458"/>
            <a:ext cx="11109578" cy="51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onstantia"/>
              <a:buAutoNum type="arabicPeriod" startAt="4"/>
            </a:pPr>
            <a:r>
              <a:rPr lang="en-US" sz="2200"/>
              <a:t>Once all the sites are searched and product data are collected, the data is displayed in tabulated form on the bottom of the UI window</a:t>
            </a:r>
            <a:endParaRPr sz="22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/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onstantia"/>
              <a:buAutoNum type="arabicPeriod" startAt="4"/>
            </a:pPr>
            <a:r>
              <a:rPr lang="en-US" sz="2200"/>
              <a:t>As an option, user can choose sort by option and clicks on “Sort Result By:” button</a:t>
            </a:r>
            <a:endParaRPr/>
          </a:p>
          <a:p>
            <a:pPr indent="-2032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644" y="2009305"/>
            <a:ext cx="5786120" cy="156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644" y="4379237"/>
            <a:ext cx="350520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"/>
          <p:cNvSpPr txBox="1"/>
          <p:nvPr>
            <p:ph type="title"/>
          </p:nvPr>
        </p:nvSpPr>
        <p:spPr>
          <a:xfrm>
            <a:off x="305803" y="374101"/>
            <a:ext cx="11407661" cy="6408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Product Technical Details</a:t>
            </a:r>
            <a:endParaRPr/>
          </a:p>
        </p:txBody>
      </p:sp>
      <p:sp>
        <p:nvSpPr>
          <p:cNvPr id="452" name="Google Shape;452;p9"/>
          <p:cNvSpPr txBox="1"/>
          <p:nvPr>
            <p:ph idx="1" type="body"/>
          </p:nvPr>
        </p:nvSpPr>
        <p:spPr>
          <a:xfrm>
            <a:off x="466726" y="1208458"/>
            <a:ext cx="11109578" cy="51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PriceComp app is built on Python 3.10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Works on Windows, Linux and </a:t>
            </a:r>
            <a:r>
              <a:rPr lang="en-US" sz="2800"/>
              <a:t>Mac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OS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Python Libraries used: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It requires chrome browser and chromedriver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Some user configuration is required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905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t/>
            </a:r>
            <a:endParaRPr sz="2400"/>
          </a:p>
          <a:p>
            <a:pPr indent="-215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/>
          </a:p>
        </p:txBody>
      </p:sp>
      <p:graphicFrame>
        <p:nvGraphicFramePr>
          <p:cNvPr id="453" name="Google Shape;453;p9"/>
          <p:cNvGraphicFramePr/>
          <p:nvPr/>
        </p:nvGraphicFramePr>
        <p:xfrm>
          <a:off x="821055" y="303367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{D7D1396C-07A3-4BDD-8BB9-2D24C406FBA5}</a:tableStyleId>
              </a:tblPr>
              <a:tblGrid>
                <a:gridCol w="63436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selenium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BeautifulSoup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tkinter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PIL (Python Imaging Library)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pandas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requests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0"/>
          <p:cNvSpPr txBox="1"/>
          <p:nvPr>
            <p:ph type="title"/>
          </p:nvPr>
        </p:nvSpPr>
        <p:spPr>
          <a:xfrm>
            <a:off x="305803" y="374101"/>
            <a:ext cx="11407661" cy="6408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Known Issues and Limitations</a:t>
            </a:r>
            <a:endParaRPr/>
          </a:p>
        </p:txBody>
      </p:sp>
      <p:sp>
        <p:nvSpPr>
          <p:cNvPr id="460" name="Google Shape;460;p10"/>
          <p:cNvSpPr txBox="1"/>
          <p:nvPr>
            <p:ph idx="1" type="body"/>
          </p:nvPr>
        </p:nvSpPr>
        <p:spPr>
          <a:xfrm>
            <a:off x="466726" y="1208458"/>
            <a:ext cx="11109578" cy="51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Sometimes, keyword Search Results are not accurate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walmart.com scraping not working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Selection of marketplace sites is mandatory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905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t/>
            </a:r>
            <a:endParaRPr sz="2400"/>
          </a:p>
          <a:p>
            <a:pPr indent="-215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1"/>
          <p:cNvSpPr txBox="1"/>
          <p:nvPr>
            <p:ph type="title"/>
          </p:nvPr>
        </p:nvSpPr>
        <p:spPr>
          <a:xfrm>
            <a:off x="305803" y="374101"/>
            <a:ext cx="11407661" cy="6408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Product Support</a:t>
            </a:r>
            <a:endParaRPr/>
          </a:p>
        </p:txBody>
      </p:sp>
      <p:sp>
        <p:nvSpPr>
          <p:cNvPr id="467" name="Google Shape;467;p11"/>
          <p:cNvSpPr txBox="1"/>
          <p:nvPr>
            <p:ph idx="1" type="body"/>
          </p:nvPr>
        </p:nvSpPr>
        <p:spPr>
          <a:xfrm>
            <a:off x="466726" y="1208458"/>
            <a:ext cx="11109578" cy="51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For any question or product support, reach out to any of the S.E.N.D team members: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EE"/>
              </a:buClr>
              <a:buSzPts val="2200"/>
              <a:buNone/>
            </a:pPr>
            <a:r>
              <a:rPr lang="en-US" sz="2200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</a:rPr>
              <a:t>Nayan Patel (</a:t>
            </a:r>
            <a:r>
              <a:rPr lang="en-US" sz="2200" u="sng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nayanpat@umich.edu</a:t>
            </a:r>
            <a:r>
              <a:rPr lang="en-US" sz="2200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EE"/>
              </a:buClr>
              <a:buSzPts val="2200"/>
              <a:buNone/>
            </a:pPr>
            <a:r>
              <a:rPr lang="en-US" sz="2200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</a:rPr>
              <a:t>Steve Anderau (</a:t>
            </a:r>
            <a:r>
              <a:rPr lang="en-US" sz="2200" u="sng" strike="noStrike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standera@umich.edu</a:t>
            </a:r>
            <a:r>
              <a:rPr lang="en-US" sz="2200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EE"/>
              </a:buClr>
              <a:buSzPts val="2200"/>
              <a:buNone/>
            </a:pPr>
            <a:r>
              <a:rPr lang="en-US" sz="2200" u="none" strike="noStrike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</a:rPr>
              <a:t>Ethan Pellegrini</a:t>
            </a:r>
            <a:r>
              <a:rPr lang="en-US" sz="2200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200" u="sng" strike="noStrike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epellegr@umich.edu</a:t>
            </a:r>
            <a:r>
              <a:rPr lang="en-US" sz="2200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EE"/>
              </a:buClr>
              <a:buSzPts val="2200"/>
              <a:buNone/>
            </a:pPr>
            <a:r>
              <a:rPr lang="en-US" sz="2200" u="none" strike="noStrike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</a:rPr>
              <a:t>Dheeraj Mohanbabu</a:t>
            </a:r>
            <a:r>
              <a:rPr lang="en-US" sz="2200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200" u="sng" strike="noStrike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dheerajm@umich.edu</a:t>
            </a:r>
            <a:r>
              <a:rPr lang="en-US" sz="2200">
                <a:solidFill>
                  <a:srgbClr val="0000EE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905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t/>
            </a:r>
            <a:endParaRPr sz="2400"/>
          </a:p>
          <a:p>
            <a:pPr indent="-215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nstantia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"/>
          <p:cNvSpPr txBox="1"/>
          <p:nvPr>
            <p:ph type="title"/>
          </p:nvPr>
        </p:nvSpPr>
        <p:spPr>
          <a:xfrm>
            <a:off x="1097279" y="2495509"/>
            <a:ext cx="10021825" cy="1454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AAB0"/>
              </a:buClr>
              <a:buSzPts val="4000"/>
              <a:buFont typeface="Constantia"/>
              <a:buNone/>
            </a:pPr>
            <a:r>
              <a:rPr lang="en-US" sz="4000">
                <a:solidFill>
                  <a:srgbClr val="5DAAB0"/>
                </a:solidFill>
              </a:rPr>
              <a:t>Thank you for using PriceComp</a:t>
            </a:r>
            <a:br>
              <a:rPr lang="en-US" sz="4000">
                <a:solidFill>
                  <a:srgbClr val="5DAAB0"/>
                </a:solidFill>
              </a:rPr>
            </a:br>
            <a:r>
              <a:rPr lang="en-US" sz="4000">
                <a:solidFill>
                  <a:srgbClr val="5DAAB0"/>
                </a:solidFill>
              </a:rPr>
              <a:t>We Hope You Enjoyed it ☺ </a:t>
            </a:r>
            <a:endParaRPr sz="4000">
              <a:solidFill>
                <a:srgbClr val="5DAAB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MSFT_ELT_Template01">
      <a:dk1>
        <a:srgbClr val="3F3F3F"/>
      </a:dk1>
      <a:lt1>
        <a:srgbClr val="FFFFFF"/>
      </a:lt1>
      <a:dk2>
        <a:srgbClr val="000000"/>
      </a:dk2>
      <a:lt2>
        <a:srgbClr val="A5A5A5"/>
      </a:lt2>
      <a:accent1>
        <a:srgbClr val="5DAAB0"/>
      </a:accent1>
      <a:accent2>
        <a:srgbClr val="DFE3E9"/>
      </a:accent2>
      <a:accent3>
        <a:srgbClr val="BBC3CD"/>
      </a:accent3>
      <a:accent4>
        <a:srgbClr val="484848"/>
      </a:accent4>
      <a:accent5>
        <a:srgbClr val="1F1F26"/>
      </a:accent5>
      <a:accent6>
        <a:srgbClr val="F2CAA2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2022-12-09T23:31:58Z</dcterms:created>
  <dc:creator>nayan patel</dc:creator>
</cp:coreProperties>
</file>